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87.50488" units="1/cm"/>
          <inkml:channelProperty channel="Y" name="resolution" value="2056.9365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09T21:27:53.689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12560 1258 397 0,'0'0'191'0,"0"0"-25"0,0 0-18 15,0 0-4-15,0 0-20 0,0 0-3 0,0 0-17 16,0 0-19-16,0 0 8 0,0 0-24 15,0 0-17-15,0 0-6 0,0 0 0 0,0 0-16 16,0 0-9-16,0 0 10 0,8-6-7 16,-8 6-3-16,5-11 2 0,-5 11-8 0,9-15 30 15,-4 5 0-15,-1-4-22 0,1 1 4 0,3-2 6 16,0-6-21-16,3-4 12 0,0-1-4 16,6-7-8-16,-3-3-5 0,2-1 17 0,0-1-13 15,0 0-1-15,0-2-24 0,0-1 32 16,1 2-35-16,-1-2 23 0,1 2 14 15,-2 2-21-15,3 0 17 0,-4 4-4 0,-2 4-12 16,0 1 6-16,0 5-29 0,-3 2 21 16,1 1-6-16,-4 2-7 0,3 0-7 0,0 4 44 15,-4 1-35-15,3-2 13 0,-3 2 21 0,0 0-18 16,3 4-25-16,-3-3 29 0,0 3 2 16,0 0-2-16,0-1 6 0,2 1-7 0,-1 1-12 15,-6 8-13-15,9-11 9 0,-9 11 16 0,8-13-8 16,-8 13 11-16,7-11-15 0,-7 11 4 15,0 0-29-15,9-10 21 0,-9 10 12 0,0 0 4 16,0 0 7-16,0 0-23 0,0 0 3 16,9 9 7-16,-9-9 1 0,0 14-13 15,0-14 26-15,0 22-18 0,1-11 17 0,-1 3-24 16,2 2 25-16,-2 2-1 0,1 0-18 16,-1 2 0-16,1 0 1 0,-1 8 14 0,3-3 8 15,-3 2-4-15,0 2-4 0,0-1-6 0,0 1 13 16,-1 4-18-16,-1-4 16 0,1 3-19 15,1-4 18-15,-3-3-13 0,2 1-1 0,0-2-7 16,-2-1 21-16,2-4-27 0,0 0 2 0,-1-2 30 16,1-3-21-16,1-1 4 15,-1-1-4-15,0-2 3 0,-1 0 3 0,2-10 9 0,0 15-14 16,0-15-14-16,-1 13 30 16,1-13-9-16,0 0-4 0,0 0 1 0,0 0-10 15,0 0 9-15,0 0-20 0,0 0 25 0,9-15-13 16,-8 7-6-16,4-7 1 0,-1-1-17 15,4-6 4-15,-1 0-9 0,1-5 31 0,1 0-5 16,4 0-15-16,-3 1 28 0,3 0-29 0,-2-2 14 16,2 3 4-16,1 0 13 0,-1 0-29 15,1 2 31-15,1-3-5 0,-1 0-9 0,7-2 4 16,-1-1 9-16,-2-1 3 0,1 3-4 16,-1 4-18-16,-1 0 0 0,0 0-6 0,0 3 16 15,-2 1 11-15,-1 2-15 0,0 1 18 16,-2 2-20-16,-3 2-2 0,1 2 26 15,-4 2-26-15,2 0-6 0,-3 1 16 0,-5 7-1 16,11-14 0-16,-11 14 17 0,8-7-14 0,-8 7-14 16,5-8 24-16,-5 8 0 0,8-7-25 15,-8 7 6-15,0 0 17 0,9-7-4 0,-9 7-31 16,0 0 35-16,0 0-16 0,0 0-17 0,6 5 17 16,-6-5 23-16,3 13-20 0,-3-13 17 15,0 19 0-15,0-8-13 0,0 3-7 0,-3 1-6 16,2 2 44-16,-2 2-34 0,1 5-14 15,-3-2 23-15,1 3 9 0,-1 6-20 0,0-2 46 16,-2 3-5-16,2 2-10 0,-2-1-5 0,-1 7-1 16,0 0 7-16,3-1-3 15,-4 0 9-15,3 3-16 0,-2-3-8 0,2 1 1 16,-3-7 0-16,4-1 4 0,-2-1-6 0,1-1-4 16,-2 0-16-16,2-7 1 0,1 2 17 15,0-1-2-15,-2-2 3 0,2-1-8 0,0-2 1 16,2-2 7-16,-3 3-15 0,1-1 8 15,1-2-12-15,1 1 13 0,0-1 3 0,-1 2-18 16,3-4 22-16,-4 1-11 0,1 2 7 0,0-2-18 16,3 0 12-16,-2-1-13 15,1 0-24-15,0-3-15 0,1 0-34 0,1 1-69 0,-1-3-71 16,1 0-77-16,0-10-241 0,-1 18 163 0,1-18 163 16</inkml:trace>
  <inkml:trace contextRef="#ctx0" brushRef="#br0" timeOffset="596.91">13572 1107 590 0,'0'0'199'0,"1"10"-35"0,-1-10-26 16,0 0-31-16,5 11-20 0,-5-11-21 15,5 10-14-15,-5-10-9 0,9 7-1 0,-9-7-1 16,10 7-10-16,-10-7 3 0,13 6 5 16,-13-6-11-16,15 5-2 0,-15-5 0 15,0 0-1-15,26-2 11 0,-26 2-14 0,19-6 4 16,-19 6-7-16,22-11-1 0,-12 5 9 0,0-5-14 16,0 3 5-16,1-5-5 0,-2 1-4 15,-1-2 2-15,0-2-3 0,0-2-15 0,-3 3 25 16,-1-2 2-16,1 1 26 0,-3 1 10 15,-3 3 9-15,1 1-1 0,-1 0-2 0,-4 3-9 16,-2 0 6-16,7 8-20 0,-14-13 2 0,14 13 5 16,-21-3 6-16,21 3 4 0,-27 4-7 15,14 2 3-15,-2 2-5 0,-2 3 6 0,1 6 9 16,-1 2-7-16,2 1-6 0,2 1-7 16,-1 2-6-16,5 4-7 0,1-5-15 15,3 2-11-15,0 1 4 0,5 0 0 0,4-2-4 16,0 1-2-16,2-2-8 0,3-2-3 0,5-1-8 15,-1-1-11-15,3-4-16 0,1-2-14 16,2 0 4-16,3-5-43 0,1-2-36 0,1-2-47 16,4-2-70-16,3-8-117 0,-1 1-221 15,6-9 178-15,0-1 130 0</inkml:trace>
  <inkml:trace contextRef="#ctx0" brushRef="#br0" timeOffset="1029.98">14318 138 484 0,'0'0'318'0,"3"-13"-73"0,-3 13-45 0,0 0-52 16,2-9-24-16,-2 9-22 0,0 0 35 0,0 0 1 16,5 8-33-16,-2 3 3 0,-2 5 6 15,-1 2-7-15,0 7-22 0,0 4-18 0,2 4 0 16,-1 5 13-16,-2 6-22 0,-1 3 21 15,1 1-8-15,-2 2-12 0,1 1-9 0,-1 3-3 16,-1 0-17-16,3 0 2 0,-3-2-12 16,0-1 2-16,3-1-3 0,1-3-1 0,-1-1-12 15,1-8-1-15,1-3 2 0,-1-2-4 0,0-4-13 16,1-4 2-16,-1 0-15 0,2-4-18 16,-1-3-25-16,0-1-48 0,-1-4-32 15,1-1-87-15,-1-12-121 0,3 16-330 0,-3-16 220 16,0 0 53-16</inkml:trace>
  <inkml:trace contextRef="#ctx0" brushRef="#br0" timeOffset="1409.08">14395 837 810 0,'-12'-6'347'15,"12"6"-79"-15,-11-7-26 0,11 7-37 16,-16-5-25-16,16 5-41 0,-15-4-33 0,15 4-20 16,-22-3-21-16,22 3-15 0,-23-1-1 15,23 1-17-15,-24 3 14 0,24-3-10 0,-25 5 2 16,8 0-14-16,4 1 5 0,-1 2 3 0,0-1-4 16,-1 5-17-16,2 1 4 0,1 2 1 15,0 1 2-15,0 2-9 0,2 1-3 0,0 4 7 16,1-2-9-16,0 1-1 0,4 1-1 15,0-1 1-15,1 3-2 0,3-1-7 0,0-1 0 16,2 0 1-16,0-6-1 0,3 5 14 16,1-4-10-16,4 0 2 0,-4-4-4 0,3-1-8 15,1-2 5-15,2-3-7 0,1-2-14 16,-1 0-11-16,-11-6-28 0,27 0-13 0,-8-1-28 16,-1-5-33-16,1-1-26 0,4-4 6 15,-5 1 10-15,6-5-46 0,-1-4-73 0,1-6-187 16,-3 0 146-16,-1 3 230 0</inkml:trace>
  <inkml:trace contextRef="#ctx0" brushRef="#br0" timeOffset="1671.86">14550 911 618 0,'0'0'331'0,"3"-11"-30"0,-3 11-26 16,0 0-18-16,0 0-13 15,-3-12-34-15,3 12-42 0,0 0-41 0,0 0-20 16,0 0-19-16,0 0-19 0,0 0-14 0,0 0 6 15,0 0 7-15,0 0-5 0,3 11-3 16,-2 0-12-16,-1 2-4 0,0 2-2 0,0 2-12 16,0 4-1-16,0 2 3 0,1 2-3 15,-1 2 1-15,2-1-14 0,-1 3 2 0,0-2-9 16,2 1 2-16,-1-3-7 0,1 0-2 0,-1-3-2 16,1-3-11-16,-2-2-12 0,-1-2-27 15,3-3-22-15,-2-1-36 0,-1-11-84 0,1 14-120 16,-1-14-173-16,0 0-210 0,0 0 224 15,0 0 45-15</inkml:trace>
  <inkml:trace contextRef="#ctx0" brushRef="#br0" timeOffset="2129.38">14604 581 450 0,'-8'-10'269'0,"8"10"-44"15,-5-12-7-15,5 12-43 0,-4-11-51 16,4 11-22-16,-5-11-2 0,5 11-7 0,-4-11-28 16,4 11-15-16,0 0-5 0,-2-12 7 15,2 12-28-15,0 0-6 0,0 0 23 0,0 0-27 16,0 0 8-16,0 0 26 0,-9 14-44 0,6-3 35 15,2 3-10-15,1 3-2 0,-1 1 10 16,-1 0-20-16,2 2 32 0,3-1-4 0,-2 2-8 16,3-4-8-16,-1 2-2 0,2-2 7 15,-1-3-2-15,3 1 12 0,-2-1 1 0,3-5 7 16,-3 1 3-16,-5-10 0 0,14 13-3 0,-14-13-13 16,14 2-13-16,-14-2 0 15,19-7-18-15,-10 1 5 0,0-4-3 0,0-1-6 16,1-6-13-16,-2-2-16 0,-2 0-18 0,2-5 1 15,-2-2 0-15,-2-1-25 0,-3 0 19 16,2 0-13-16,-3 1 24 0,-1 2-5 0,-3 3-14 16,-1 4 6-16,-3 3-33 0,-2 7-11 0,1 0-21 15,9 7-21-15,-27-2 2 0,13 5-36 16,-4 3-32-16,3 4-37 0,-3 0-166 0,3-1 132 16,2 6 84-16</inkml:trace>
  <inkml:trace contextRef="#ctx0" brushRef="#br0" timeOffset="2583.78">15036 896 545 0,'0'0'295'0,"0"0"-32"0,-1 12-8 16,1-12-33-16,0 0-31 0,0 0-49 0,0 0-1 16,0 11-6-16,0-11-14 0,0 0-12 15,0 0-10-15,5 8-10 0,-5-8-11 16,0 0-14-16,0 0-11 0,0 0 4 0,0 0 0 16,0 0 2-16,0 0-2 0,14 2-6 15,-14-2-11-15,0 0-7 0,0 0-6 0,0 0-1 16,4-10-11-16,-4 10-5 0,0 0-3 0,-4-11 5 15,4 11-8-15,-6-7 9 0,6 7-13 16,-10-6-1-16,10 6 7 0,0 0-9 0,-25-1 7 16,25 1-6-16,-19 6 4 0,5 2-2 0,0 0 5 15,-1 3-7-15,2 3 8 0,-1 2-8 16,-3 3 8-16,3 1-3 0,4 0 2 0,3 1 0 16,0 0-3-16,2 1-12 0,2 0 8 15,1 0 1-15,7 0-5 0,-2 2 0 16,2-2 1-16,1-1-3 0,3-1 0 0,2-1-14 15,1-5-23-15,2 0-53 0,0-2-65 16,-2-5-55-16,1 0-78 0,-13-7-93 0,29 2-250 16,-14-4 201-16,1-3 89 0</inkml:trace>
  <inkml:trace contextRef="#ctx0" brushRef="#br0" timeOffset="2852.84">15268 926 592 0,'0'0'346'0,"5"-13"-54"0,-5 13-50 16,4-9-26-16,-4 9-46 0,0 0-27 0,4-10-10 16,-4 10-25-16,0 0 8 0,0 0-13 0,0 0 4 15,0 0-12-15,0 0-8 0,5 11-16 16,-5-11-2-16,0 19 0 0,0-5 1 0,-1 3-12 16,1 2-4-16,0 3-10 0,-1 3-13 15,-1 3 0-15,1 5-19 0,1 2 1 0,0 0-9 16,-1 1 4-16,1-3 1 0,0-3-8 15,1-4 5-15,0 0-1 0,-1-8-7 0,3 2-1 16,-2-3-8-16,1-4-7 0,-1-2-26 16,-1-11-77-16,1 13-81 0,-1-13-93 0,0 0-92 0,0 0-319 15,9-13 230-15,-8 1 37 16</inkml:trace>
  <inkml:trace contextRef="#ctx0" brushRef="#br0" timeOffset="3305.39">15226 528 486 0,'-5'-7'261'0,"5"7"-49"0,0 0-59 16,-5-7-5-16,5 7-39 0,0 0 18 0,0 0-10 15,0 0 11-15,-5 7-11 0,5-7-36 16,-3 16-35-16,3-5 13 0,0-1 4 0,0 2-1 16,3 1 1-16,0 3-16 0,0-2 6 15,3-1 6-15,-1 2-14 0,2-4 14 16,1 0-11-16,-2 0 1 0,2-3 4 0,-1-2 13 15,1 0-13-15,-8-6-16 0,17 5 8 0,-17-5-13 16,16-3-12-16,-7-1 1 0,4-3-12 16,-4-2 9-16,1-3-18 0,0 0 2 0,-2-2 0 15,0-3 0-15,-2-2-1 0,0-2-24 16,-3 5 14-16,-1-1-3 0,-2-1-1 0,-1 2-18 16,-5 3 9-16,2 1 11 0,-4 3-26 0,-1 3-15 15,9 6-9-15,-21-3-25 0,7 8-52 16,-1 0-39-16,-1 6-74 0,1-1-118 0,-1 2-151 15,1 1 158-15,2 0 184 0</inkml:trace>
  <inkml:trace contextRef="#ctx0" brushRef="#br0" timeOffset="4660.07">15574 908 560 0,'0'0'266'0,"0"0"-51"0,0 0-35 15,15-4-35-15,-15 4-33 0,0 0-22 0,0 0-16 16,20 4-14-16,-20-4-2 0,12 11 7 15,-6-3 0-15,0 3 2 0,-1 2-4 0,0 2-3 16,1 1-17-16,-3 0 1 0,1 2 9 16,1 0 1-16,-1 4-18 0,0 0 3 0,-3 0 10 15,0-2-2-15,-1-1-5 0,2 2 8 16,-4-4-14-16,1 0 3 0,0 2-2 0,-3-3 2 16,1-1 8-16,-3-1-6 0,2-1-4 15,1-2 2-15,-3-1 1 0,1-1-2 0,5-9-13 16,-11 10 6-16,11-10-4 0,0 0-14 15,-17-3-2-15,17 3-2 0,-9-14-4 0,4 3-2 16,4-5-8-16,-2-2-9 0,3-4-21 0,3-3-5 16,2-8-12-16,0 0-7 0,3-4 19 15,2-1 3-15,4 1 14 0,0 4-14 0,-1 6 25 16,5-1 6-16,-2 5 4 0,0 2 1 16,1 0 3-16,1 3 3 0,0 6 1 15,0 1 5-15,-3 0-7 0,2 4-2 0,-2 3 8 16,-15 4-12-16,27-3 6 0,-27 3-3 15,27 7-5-15,-14 0 5 0,-1 2 3 0,1 7 10 16,-1-2-13-16,0 4-5 0,-1 1 10 0,1 5 11 16,-2 1-2-16,2 2-8 0,-2-2-3 15,-1 2-6-15,0-4 13 0,-3 1 0 0,1 0-15 16,-1-4 5-16,-1 1-12 0,0-1 13 0,1-4-14 16,-4 1-32-16,3-3-49 15,-4-2-73-15,2 1-74 0,-2-4-132 0,-1-9-216 0,0 15 180 16,0-15 129-16</inkml:trace>
  <inkml:trace contextRef="#ctx0" brushRef="#br0" timeOffset="5129.16">16234 1033 960 0,'0'0'456'0,"0"0"-113"0,5-9-70 0,-5 9-44 0,0 0-56 16,0 0-38-16,0 0-30 0,0 0-23 16,4 10-14-16,-4-10-7 0,0 0-13 15,9 11-14-15,-9-11-2 0,10 8 0 0,-10-8-8 16,15 6 0-16,-15-6-5 0,18 4 2 0,-18-4 1 16,23 1-11-16,-23-1 4 0,27-2-3 15,-13-2-6-15,1-2 4 0,-1-2-7 0,4-2-2 16,-2-3 1-16,0 0-5 0,-2-3 4 15,0 0 3-15,0-2 1 0,-1-5-7 0,-4 1-3 16,-1 1 0-16,-2-1 0 0,-2 2 4 0,-3 2 2 16,-1 3-3-16,-1-1 1 15,-3 2-5-15,0 3 6 0,-1 2 6 0,-4 3-7 0,9 6 9 16,-19-7-7-16,19 7-1 0,-24 4 13 16,8 2-7-16,-1 4 19 0,-4 6 0 15,1 3 3-15,-4 6 7 0,3 2 2 0,2 0 13 16,1-2-5-16,1 4-11 0,4-2 3 0,2-1-5 15,1 0-13-15,1 1 1 0,4-2-3 16,2 0-8-16,3-4 3 0,3 1-6 0,2 0 0 16,4-2-2-16,1-1-11 0,7-1 10 15,1-5-10-15,3-2-30 0,6-3-48 0,-1-2-92 16,3-3-133-16,3-7-177 0,4-2-319 16,4-7 262-16,1-4-54 0</inkml:trace>
  <inkml:trace contextRef="#ctx0" brushRef="#br0" timeOffset="5848.09">16996 401 631 0,'3'-9'383'16,"-3"9"-66"-16,0 0-68 0,7-12-10 0,-7 12-60 16,0 0-18-16,11-5-41 0,-11 5-21 0,9 5-29 15,-9-5 4-15,8 15 0 0,-6 0-17 16,2 2-2-16,-1 4 13 0,-2 5 9 0,-1 5 6 16,0 4-5-16,-4 8-3 0,0 5-18 15,-1 0-9-15,0 0-10 0,-3 1-8 0,1-1 2 16,-1-1-8-16,1-2-1 0,0-3 1 0,2-9-8 15,0 0 2-15,0-2-16 16,1-5-7-16,0-4-8 0,2-2-28 0,0-4-38 0,1 2-53 16,0-6-79-16,1-2-120 0,0-10-487 15,0 10 265-15,0-10-64 0</inkml:trace>
  <inkml:trace contextRef="#ctx0" brushRef="#br0" timeOffset="6427.94">16999 496 689 0,'2'-10'476'0,"0"-3"-117"0,1-2-62 0,2 2-59 16,2-2-52-16,2-2-25 0,4-1-40 15,1 3-27-15,4-2-21 0,4-2-20 16,1 3-5-16,2 1-8 0,1 2-14 0,1 0 4 15,2 2-22-15,0 4 9 0,-2 1-15 0,1 2 15 16,-1 3-18-16,1 2 0 0,0 5-4 16,0 4 12-16,-1 2-10 0,-3 4 6 0,4 7-10 15,-9 0 5-15,-1 5 0 0,-5-1 1 16,-4 4 27-16,-4 1 0 0,-2 0-5 0,-6 3-9 16,-5 5-7-16,-1-3-2 0,-6-2-2 0,-2-1 10 15,-3-1-11-15,-3-4 8 16,1-1 3-16,-3-6-9 0,2-3 3 0,0-3 12 15,-1-2 6-15,3-5 4 0,2-1 11 0,1-3 4 16,3-2-6-16,15-3 2 0,-27 0-13 16,27 0-1-16,-18-9-12 0,12 1-2 0,2 0 3 15,4-5-13-15,3 2-2 0,4-4 0 0,5 1-6 16,1-3-8-16,4 7 2 0,2-5-12 16,6 5 5-16,2-2 8 0,-2 7 10 0,2 1-3 15,-2 2 11-15,-2 2-7 0,2 6 6 16,-1 1-3-16,0 6 5 0,0 0-3 0,-6 6 5 15,0 2 10-15,-5 2-1 0,-2 3 5 0,-3-3-7 16,-6 2-1-16,1 2 7 0,-6-1-6 16,-3 3 12-16,-4 2-2 0,-3 1 4 15,-6-2 14-15,-1 0-7 0,-6-4 3 0,-1-2-2 16,-1-2-2-16,-4-2-4 0,-1-4-5 16,-4-2-4-16,0-3-7 0,0-3-3 0,3-3-20 15,-4-3-33-15,0-3-51 0,1-2-74 0,-1-3-95 16,-4-5-100-16,0-2-146 0,0-6-236 15,5-1 243-15,3-5 8 0</inkml:trace>
  <inkml:trace contextRef="#ctx0" brushRef="#br0" timeOffset="7017.23">17721 792 544 0,'0'0'362'0,"0"0"-34"0,13-8-52 16,-13 8-43-16,0 0-22 16,0 0-43-16,0 0-23 0,12-7-41 0,-12 7-27 15,0 0-5-15,0 0-31 0,0 0 0 0,0 0 9 16,12 5-9-16,-12-5 0 0,3 10-6 16,-1-1 24-16,-2-9-8 0,4 20 2 0,-4-7 8 15,3 4 5-15,-2 1 0 0,0 1 4 0,2 0-3 16,-2 3-12-16,3 1 1 15,2-2-7-15,-1 1 5 0,2-2-9 0,1 1 2 0,1-4-10 16,2 0 0-16,-1-1-3 0,4-2 0 16,0-2-6-16,3-1 2 0,-1-2-3 15,1-3-9-15,0-2-1 0,0-2-5 0,-17-2 0 16,36 0-6-16,-18-5-2 0,-3 2-3 16,4-7-4-16,-2 0-2 0,0-4-3 0,-5-2-7 15,5-6-6-15,-7-1-3 0,0-1-8 0,-1-3 4 16,-1 0 7-16,-6 0-1 0,1 1 8 15,-2-1 2-15,-2 1-4 0,-2 1 2 0,-2 2-2 16,-1 3 3-16,-4 2-5 0,-2 4 2 0,-4 1 6 16,-3 5-26-16,-6 2-23 0,2 5-14 15,-6 5-22-15,-4 3-35 0,-8 5-47 0,1 1 1 16,2 4-3-16,3 1 4 0,1 1-24 16,5 1-36-16,6-3-72 0,3-2-229 15,4 2 161-15,6-5 171 0</inkml:trace>
  <inkml:trace contextRef="#ctx0" brushRef="#br0" timeOffset="7306.22">18746 686 754 0,'0'0'319'16,"0"0"-31"-16,-16 8-30 0,16-8-26 0,-15 8-34 16,2 0-14-16,3 3-14 0,-4 1-22 15,1 4-18-15,0 2-12 0,-2 5-16 0,-1 1-19 16,-3 8-13-16,1 0-9 0,0 3-17 0,-4 0-13 16,2 0 1-16,-3 3-5 0,-3-2-23 15,1-2-18-15,-1-1-36 0,0-2-40 0,2-3-26 16,0-3-66-16,-3-3-93 0,3-6-152 15,0-4-236-15,2-1 209 0,-1-7 73 16</inkml:trace>
  <inkml:trace contextRef="#ctx0" brushRef="#br0" timeOffset="7558.37">18234 757 847 0,'0'0'522'0,"14"-9"-121"16,-14 9-81-16,16-6-44 0,-16 6-46 0,21-4-40 16,-21 4-33-16,28 0-37 0,-11 4-18 15,1 0-23-15,2 5-14 0,7 5-9 0,2 5-10 16,2 2-8-16,0 6-11 0,2 4-6 16,2 7-4-16,4 1-10 0,-2 5-14 15,-2 0-18-15,1-1-26 0,-3 1-28 0,2-5-21 16,-8-8-42-16,1 1-54 0,-2-1-103 0,-3-4-153 15,-5-4-235-15,0-4 219 0,-5-4 54 16</inkml:trace>
  <inkml:trace contextRef="#ctx0" brushRef="#br0" timeOffset="31156.96">19516 402 508 0,'10'-8'314'0,"2"-3"-53"0,-1 4-61 16,1 0-23-16,-2 1-38 0,0 1 0 15,-10 5-33-15,18-6-37 0,-18 6 40 16,19 0-6-16,-19 0-18 0,22 12-6 0,-12-1-19 16,-1 6 9-16,2 1 1 0,1 7-18 0,-3 3 7 15,2 7 13-15,-2 3 0 0,-1 2-13 16,-3 3-15-16,3 1-1 0,-5 1-5 0,1 4-1 16,-1-3-11-16,-3 1-4 0,1-1 0 15,-2-1-7-15,0-9-7 0,-2-1 4 16,3-2-7-16,-3-5 5 0,1-2 0 0,-1-4 8 0,1-4-1 15,-2 0 8-15,3-5 9 0,-2 0-4 16,2-4-12-16,1-9 2 0,0 0-14 16,-1 10-14-16,1-10-1 0,0 0-7 0,6-16 0 15,0 3-16-15,2-2-5 0,-2-7-11 16,8-3 14-16,-1-2 10 0,0 0-5 0,2 2 1 16,1 1 13-16,0-1 10 0,-2 5-5 0,0 5-1 15,-1 0 2-15,-2 5 8 0,0 3-9 16,-11 7 3-16,17-8 8 0,-17 8 2 0,0 0 2 15,21 8-2-15,-15-1 15 0,3 3-10 16,-2 1-3-16,-1 3 8 0,1 1-2 0,1 2 3 16,1 0-7-16,-1 0 0 0,-2 1 0 0,3-2-3 15,-2-1 4-15,0-2 0 0,2 0-2 16,0-3 3-16,-3 0 3 0,2-4-1 0,-8-6 1 16,18 6-6-16,-18-6-4 0,18-5-3 15,-7-1-2-15,2-7 2 0,-3-3-8 16,6-5-1-16,-4-7-1 0,2-5-9 0,-1-5 1 15,-4-3 2-15,3-4 7 0,-3-2-20 0,-2-3 14 16,-1-1 2-16,-2 0-1 0,-2 3-6 16,-2-1 13-16,-3 6-2 0,-1-1 7 0,-3 12 0 15,-1 1-9-15,0 5-3 0,-2 5 5 16,1 2-11-16,0 2 4 0,0 3-22 0,-1 3-28 16,1 2-54-16,9 9-16 0,-19-6-55 15,19 6-53-15,-18 4-61 0,8 2-222 0,1 1 160 16,1 2 175-16</inkml:trace>
  <inkml:trace contextRef="#ctx0" brushRef="#br0" timeOffset="31585.25">20470 762 650 0,'-7'9'382'16,"7"-9"-63"-16,-9 17-52 0,4-9-26 0,-2 4-46 0,3 1-12 15,-2 0-40-15,0 3-31 0,1 0-19 16,-1 1-16-16,4 0-8 0,-1 2-14 16,2-2-10-16,1-1-3 0,1 3 2 0,3 2 6 15,4-1-7-15,0-1 0 0,3-4-11 16,-1 2-6-16,3-3-2 0,2-2-8 0,4-2 3 15,-1-2 2-15,0-3-9 0,-1-1-13 0,3-4-9 16,-1-3-8-16,-1-1-7 0,2-4 1 16,1-4-7-16,-1-2 8 0,-2-5-5 0,-1 0 0 15,-2-4 11-15,-3-2 0 0,-3-1 5 0,-2 4-4 16,-4 0 3-16,-5 1 14 16,1 1 9-16,-6 1 3 0,-4 2-3 0,-2 0-1 15,-4 4-10-15,-4 0-6 0,2 4 12 0,-4 2 1 16,0 4-2-16,0-1-5 0,1 4-6 15,3 1-17-15,1 0-44 0,2 3-37 0,2 1-31 16,0 0-72-16,5-1-71 0,9-4-115 16,-14 11-158-16,14-11 165 0,0 0 159 0</inkml:trace>
  <inkml:trace contextRef="#ctx0" brushRef="#br0" timeOffset="31846.25">20906 740 1315 0,'0'0'440'0,"0"0"-86"0,0 0-76 0,0 0-58 15,17 5-37-15,-17-5-36 0,3 10-22 0,-3-10-18 16,0 21-20-16,-1-7-15 0,-1 3-15 16,-2 2-13-16,3 4-8 0,-3 3-4 0,0 7-8 15,0-2-1-15,3 1 0 0,0 1-12 0,1-3 3 16,1-2-10-16,-1-1 0 0,3 0 6 15,-1-5-12-15,2 1-6 0,-2-5-18 0,0-2-32 16,-1-3-18-16,1-1-30 0,-2-12-67 16,2 18-105-16,-2-18-133 0,0 0-373 0,0 0 257 15,0 0-33-15</inkml:trace>
  <inkml:trace contextRef="#ctx0" brushRef="#br0" timeOffset="32233.89">20929 813 615 0,'0'0'375'0,"0"0"-63"0,17-2-98 16,-17 2-18-16,19-4-45 0,-19 4-39 16,24-2-11-16,-24 2-49 0,26-3-23 15,-26 3-18-15,31-3-23 0,-31 3-27 0,26-4 1 16,-8 1 8-16,-18 3 7 0,27-5 2 15,-27 5 4-15,23-5 17 0,-23 5 18 0,19-4 33 16,-19 4-10-16,17-4 12 0,-17 4 26 0,0 0-6 16,18-3-12-16,-18 3 7 0,0 0 0 15,0 0 2-15,0 0-5 0,0 0 16 16,16 3-6-16,-16-3 7 0,0 0-6 0,-3 16 8 16,2-5-6-16,-4 2-3 0,0 3-8 0,0 5 0 15,-3 2-3-15,2 5-12 0,-3 2-17 0,1-1-8 16,3 1-5-16,1 2-1 15,3-6 6-15,1 0 2 0,4 0-10 0,1-1-5 16,0-2 4-16,5-3-5 0,1-1-7 0,0-3-24 16,3-1-41-16,0-8-65 0,1-1-80 15,2-5-124-15,0-2-160 0,1-4-288 0,3-3 253 16,1-6-23-16</inkml:trace>
  <inkml:trace contextRef="#ctx0" brushRef="#br0" timeOffset="32539.95">21583 348 1084 0,'0'0'416'16,"-6"-17"-91"-16,6 17-36 0,-1-12-68 0,1 12-45 16,0-10-30-16,0 10-31 0,0 0-11 15,0 0-11-15,0 0-7 0,5 8-5 0,-5-8-14 16,4 21 1-16,-3-7-2 0,2 6-18 15,-2 3 33-15,1 3-5 0,-1 8-8 0,-1 3 4 16,1 2-9-16,-2 7-11 0,0 3-3 0,-1 2-16 16,0-1-2-16,-1 0-10 0,-1-1 2 15,2-1-3-15,-1-3-10 0,1-1 6 0,-1-9-7 16,3 0 8-16,-1-7-15 0,1-1-11 16,-1-3-33-16,-1-5-32 0,1-2-35 15,1-2-28-15,-1-4-59 0,1-2-91 0,0-9-166 16,0 0-405-16,0 0 275 0,0 0-96 15</inkml:trace>
  <inkml:trace contextRef="#ctx0" brushRef="#br0" timeOffset="32947.19">21988 608 960 0,'0'0'381'15,"0"0"-76"-15,-10 12-43 0,2-5-32 0,1 4-30 16,-4 0-45-16,-1 4-19 0,-1 3-19 16,-5-1-17-16,0 3-20 0,-1 0-18 15,-4 0-6-15,4 1-11 0,-4-1-7 0,0-3-11 16,0 2-7-16,1-3 2 0,2 1-15 0,2-6 3 16,2 0 2-16,0-1-5 0,2-1-2 15,4-3 5-15,1-1-7 0,9-5-3 0,-16 8 8 16,16-8-11-16,0 0 8 0,0 0-8 0,-15-5 9 15,15 5-4-15,0 0-1 0,3-16 1 16,-3 16 8-16,8-16 1 0,-2 9 4 16,1-1-1-16,1 2 0 0,3 2 8 15,-1-2 5-15,3 2-1 0,-13 4-10 0,25-2 6 16,-25 2-2-16,33 2 1 0,-17 4-5 0,4 0-6 16,-1 3 15-16,2 7 3 0,0 3-9 15,0 0-2-15,-1 1 0 0,-1 4-3 0,-3-1-8 16,1-1-9-16,-4 3-27 0,0-2-31 0,-4-4-56 15,0 0-81-15,-3-3-95 0,0-1-96 16,-2-5-417-16,0 0 263 0,-4-10-54 0</inkml:trace>
  <inkml:trace contextRef="#ctx0" brushRef="#br0" timeOffset="33693.54">22765 325 953 0,'0'0'322'0,"0"0"-37"16,-9-6-45-16,9 6-23 0,0 0-30 0,0 0-26 15,0 0-24-15,0 0-10 0,-5 8-12 0,5-8-18 16,0 17-25-16,0-6-4 0,1 3-14 16,-1 3 30-16,0 2 5 0,0 6-8 0,0 9-16 15,-1 0 4-15,-2 5-13 0,2 5-8 16,-4 2-11-16,3 3-4 0,-1-4-3 0,-1 4-9 16,0-4-2-16,3-2-3 0,-1-7-3 0,0-3-1 15,1-3-10-15,1-5-12 16,-3-2-15-16,3-2-33 0,-1-3-34 0,1-3-39 15,-3-1-74-15,2-5-124 0,1-9-174 0,-7 12-246 16,7-12 244-16,0 0 3 0</inkml:trace>
  <inkml:trace contextRef="#ctx0" brushRef="#br0" timeOffset="34086.19">22437 347 922 0,'7'-14'323'16,"2"3"-81"-16,7-5-29 0,2-1-19 0,6 1-23 16,6-4-38-16,-4 5-25 0,10 0-29 0,1 0-1 15,0 3-33-15,5-1 3 0,-1 6-23 16,1 1-5-16,-1 0 5 0,0 5-5 0,1 1 6 15,6 7-24-15,1 0-10 0,-5 4 21 0,1 3-16 16,-2 7 6-16,-6 2 8 0,-1 4 8 16,4 8-20-16,-12-2 8 0,-1 1 1 0,-6 4-12 15,-2 1 23-15,-6 1 7 0,-4 2-3 16,-6 2-18-16,-5 1 18 0,-3 1-7 16,-4-2-6-16,-7 0-4 0,-5 6 1 0,-6-4 8 15,-1-3-7-15,2-7 10 0,-4-5-17 16,-2-4 9-16,1-1 8 0,-4-3-9 0,-2-3-10 15,-1-2-3-15,-3-1 9 0,0-6-18 0,-3-3-42 16,8-2-46-16,-1-5-93 0,5-1-114 16,-3-4-410-16,4-3 233 0,1-2 27 0</inkml:trace>
  <inkml:trace contextRef="#ctx0" brushRef="#br0" timeOffset="34451.54">23439 748 614 0,'0'0'440'0,"7"-8"-101"0,-7 8-54 15,0 0-37-15,8-8-40 0,-8 8-39 0,0 0-36 16,0 0-21-16,10-5-11 0,-10 5-24 16,0 0-6-16,12 3-6 0,-12-3-9 0,10 12-1 15,-6-3-8-15,1 2 5 0,-1 1-5 16,-2 4-6-16,-1 2-3 0,-1 2-4 16,2 4-8-16,-5 1 2 0,1 2-14 0,-2 2 6 15,0 1-2-15,1-2-10 0,-3-3 7 0,2 1-9 16,0-2-4-16,2-2-15 0,-3-1-37 15,2-4-13-15,-1-2-31 0,2-1-37 0,-1-5-61 16,3-9-123-16,-9 13-480 0,9-13 259 16,0 0-43-16</inkml:trace>
  <inkml:trace contextRef="#ctx0" brushRef="#br0" timeOffset="34883.81">23560 370 484 0,'0'0'232'16,"-17"-4"-51"-16,17 4-29 0,0 0-16 0,-18 3-24 15,18-3-35-15,-12 11 4 0,5-3 10 16,2 2-8-16,-1 2 7 0,1 2-2 15,-1 1 1-15,4 2-29 0,0 1-19 0,0 2 27 16,4-1 5-16,0 4-17 0,4-1-7 16,-2 0 9-16,4-2-2 0,0 0-4 0,0-2-5 15,3-1-6-15,0-3-3 0,2-3-6 0,-3-2 0 16,3-2-9-16,0-1-20 0,-1-3-5 16,-12-3-5-16,27-3-4 0,-12-3-8 0,-2-2-4 15,2-3-16-15,-2-2 16 0,0-3-14 0,-3-4-2 16,0-2 23-16,-2-3-18 15,-3 0-5-15,0 0 22 0,-1-1 1 0,-4 0-6 0,-4-1 23 16,-1 5-15-16,-1 0 15 0,-3 2-12 16,-3 2 29-16,-3 1-11 0,0 6-6 15,-2 0-9-15,-2 4 5 0,1 2-36 0,-1 5-36 16,2 0-28-16,-2 5-69 0,0 4-87 16,1 0-250-16,-1 1 156 0,5 2 191 0</inkml:trace>
  <inkml:trace contextRef="#ctx0" brushRef="#br0" timeOffset="35432.96">23950 733 495 0,'0'0'314'16,"-7"-9"-66"-16,7 9-37 0,0 0-25 16,-11-9-19-16,11 9-23 0,-7-7-25 0,7 7-7 15,0 0-12-15,-16-6-23 0,16 6-9 0,0 0-5 16,-16-1-3-16,16 1-5 0,-14 6 0 16,14-6-5-16,-16 8 4 0,7-2 9 0,-1 2-16 15,1 5-1-15,0-3 6 0,-2 7-13 0,-1 1 2 16,3 0-11-16,-3 4-6 15,1 3 5-15,1-1-7 0,1-2-2 0,3-1-15 0,0-1 7 16,3-1-7-16,-1-1 3 0,2-3 1 16,-1-1-1-16,6-2 3 0,-2 1-10 15,1-4 8-15,4-2-6 0,-6-7-10 0,11 10-22 16,-11-10-12-16,15 2 7 0,-15-2-16 16,22-7-4-16,-9-2 16 0,1-2-4 0,0-5-16 15,0 0-2-15,1-6 23 0,-1 0-1 0,2-1 1 16,-5-2 16-16,-2 4 2 0,0-1 41 15,-3 3 28-15,-1 2-7 0,-1 2-6 0,-2 3-6 16,0 0 3-16,-2 3-6 0,0 9-4 0,-2-13 2 16,2 13-17-16,-6-8 10 15,6 8 7-15,0 0-4 0,-12 4-11 0,12-4 7 16,-7 10 4-16,7-10-11 0,-3 17 8 16,1-6-11-16,2 1 10 0,2 0-12 0,0 0 2 15,3 2-2-15,0 1-29 0,0-3-15 0,3 2-57 16,0-2-55-16,3-2-41 0,-1 0-67 15,3-2-96-15,1-4-237 0,0-1 180 0,1 0 128 16</inkml:trace>
  <inkml:trace contextRef="#ctx0" brushRef="#br0" timeOffset="36028.23">24414 658 590 0,'0'0'374'16,"2"-14"-67"-16,-2 14-71 0,-4-11-30 0,4 11 7 15,-9-13-30-15,9 13-32 0,-14-7-20 16,14 7-27-16,-20-8-21 0,20 8-10 0,-20-2-11 16,20 2-11-16,-24 5-24 0,12 1 20 15,-1 3 5-15,0 4-9 0,-2 1-1 0,3 3 6 16,-2 1-11-16,0 4 2 0,0-2-10 16,3 5-6-16,3-6-1 0,-1 5-5 15,3-4-4-15,0 2 5 0,3-1-8 0,1-3-2 0,2 0 3 16,2-4-1-16,0 1-1 15,2-3-7-15,-1-3-10 0,3-1-6 0,3-2-19 16,-9-6-26-16,19 5-14 0,-19-5-4 0,24-5-5 16,-10 1 6-16,0-4 8 0,1-3 6 15,2-3 20-15,1-5 17 0,-3 0 4 0,3-3 32 16,-2 0 26-16,0 0 18 0,-3 0 5 0,-2 3 5 16,-2 2 14-16,-2 2-1 0,-1 3-11 15,-1 0-18-15,0 2 1 0,-5 10-12 0,5-14-9 16,-5 14-9-16,0 0-5 0,0 0 9 15,0 0-4-15,0 0 2 0,-7 12 6 0,7 0 8 16,0 4 11-16,0 2 10 0,2 9 18 16,1 6 14-16,1 10 11 0,2 2-1 15,0 5-6-15,1 0-10 0,0 14-16 0,0 1 4 16,-2 0-21-16,-3 2 5 0,0-10-14 0,-4-1-13 16,2 0 0-16,-3-5-8 0,-1-2 1 15,-3-4-3-15,-3-6-5 0,-3-3-4 0,1-8 4 16,-5-4 0-16,-3-4-1 0,-1-3 3 0,0-6-8 15,-1-3-8-15,-1-5 5 0,-3-3-6 16,-2-5-19-16,-10-7-21 0,1-2 0 0,3-7 1 16,3-2-5-16,4-5-14 0,9-5-30 15,3-3-45-15,10-4-35 0,2 3-27 0,9-6-21 16,4 2-9-16,2 0 21 0,8 4 30 16,0 2 16-16,7 5-11 0,2 1-47 15,3 4-68-15,1-1-355 0,4 2 201 0,0 2 89 16</inkml:trace>
  <inkml:trace contextRef="#ctx0" brushRef="#br0" timeOffset="36446.03">24728 633 668 0,'0'0'377'0,"-9"-9"-70"0,9 9-38 15,-9-5-20-15,9 5-47 0,0 0-29 0,-9-8-31 16,9 8-26-16,0 0-13 0,0 0-15 0,0 0-2 15,0 0 4-15,0 0-2 0,-11 3-11 16,11-3 19-16,-1 13-5 0,1-2 2 0,0 1-1 16,0 2 0-16,0 5-4 15,0 0-12-15,0 6 3 0,0 2-5 0,-2 2-5 16,2 5-3-16,0 0-20 0,0 1 1 0,0-1-10 16,0 1-6-16,-1 0-8 0,0-2-4 15,-2-7 6-15,3 0-6 0,0-5-15 0,0-3-24 16,0 0-38-16,0-5-24 0,0 0-36 0,0-13-36 15,-1 19-80-15,1-19-101 0,0 0-110 16,0 0-423-16,0 0 277 0,0 0-105 0</inkml:trace>
  <inkml:trace contextRef="#ctx0" brushRef="#br0" timeOffset="36725.1">24511 688 461 0,'-20'1'244'0,"20"-1"-27"0,0 0-13 16,0 0-25-16,0 0-29 0,0 0-17 0,0 0-24 0,16 6-21 15,-16-6-5-15,29 0-30 0,-11 0-56 16,4 0-34-16,5-1-52 0,1-2-49 16,0 0-36-16,8-2-55 0,-3-1-168 15,0 0 129-15,1 1 83 0</inkml:trace>
  <inkml:trace contextRef="#ctx0" brushRef="#br0" timeOffset="36985.44">25015 614 381 0,'0'0'245'0,"10"-4"-43"0,-10 4-13 15,0 0-14-15,0 0-23 0,0 0-21 16,0 0 10-16,7-8-22 0,-7 8 16 0,0 0-12 16,0 0-30-16,0 0-4 0,0 0-11 15,0 0-3-15,0 0-20 0,0 0-19 16,0 0 22-16,0 0-4 0,-7 11-3 0,7-11 10 16,-11 13 5-16,6-3 6 0,-2 3-3 15,0 4 5-15,-1 2 3 0,1 3-11 0,-2 4-3 16,1 3-10-16,-1 1-9 0,1 2-8 0,1-1-2 15,3 2-3-15,0-8-10 0,0 0-3 16,4 0-5-16,0-3 0 0,2-3 0 0,2 0-14 16,3-1-31-16,1-2-49 0,-1-4-76 15,3-1-101-15,1-4-126 0,-11-7-406 0,25 4 258 16,-25-4-38-16</inkml:trace>
  <inkml:trace contextRef="#ctx0" brushRef="#br0" timeOffset="37589.86">25406 663 574 0,'0'0'246'0,"-11"-5"-28"16,11 5-8-16,0 0-31 0,-24 0 19 15,24 0-30-15,-23 6 6 0,10 1 2 0,-1 2-9 16,0 3-21-16,-3 1-5 0,1 5-7 0,-3 1-7 15,1 1-5-15,2 2-30 0,-1 1-8 16,4 1-17-16,-2 0-3 0,5 1-16 16,2-4-5-16,2 1-5 0,-1-1-11 0,5-2-5 15,1-2-8-15,2-1-3 0,0 1-5 16,5-3-3-16,-1 0 3 0,2-2-13 0,1-1-13 16,3-2-18-16,1-4-18 0,-1-1-18 15,-11-4-7-15,28-1-3 0,-10-3 14 0,-1 0 3 16,4-6 5-16,2-4 12 0,-4-1 3 0,4-2 16 15,4-6 4-15,-7 2 10 0,2-6 22 16,0 1 8-16,-6 4 10 0,-4 4 6 0,-2 1 17 16,-1 3 1-16,-3-1-5 0,0 4-3 15,-4 1-10-15,-2 10-4 0,3-14 0 0,-3 14 9 16,0 0 0-16,0 0 1 0,0 0-3 16,0 0 7-16,-16 4 6 0,16-4-6 15,-10 17 2-15,8-5-1 0,-1 2-2 0,-1 1-7 16,4 0-1-16,-2 3-8 0,3-2-5 0,0 1-5 15,2 0-4-15,1-3-27 0,2 1-44 16,0 0-51-16,2-2-88 0,2-2-117 0,-1-4-170 16,1-3-269-16,-10-4 247 0,23 4-7 0</inkml:trace>
  <inkml:trace contextRef="#ctx0" brushRef="#br0" timeOffset="38440.23">25581 509 544 0,'0'0'317'16,"0"0"-36"-16,0 0-40 0,0 0-50 0,0 0-27 15,0 0-14-15,0 0-26 0,8 10 4 16,-8-10-19-16,13 9-35 0,-5-1-21 16,1 2 11-16,-2 2-19 0,2 4 7 0,1 2-18 15,-2 1 7-15,-2 1 21 0,1 1-6 16,-1 1 0-16,-1 2-2 0,-4-1-3 0,3 2-1 16,-4 0 1-16,2 0-1 0,-1-4-2 15,-2 4-10-15,-1-3-11 0,1-3 6 0,-2-1-7 16,2-2-7-16,-1 0 0 0,0-3-3 0,1-2-4 15,-3-1 1-15,4-10 1 0,-1 16 0 16,1-16-5-16,-4 11-18 0,4-11-20 0,0 0-13 16,0 0-2-16,0 0-2 0,-7-11 3 15,7 11-2-15,0-14-8 0,2 0 4 0,1 0-11 16,1-3 5-16,3-5-10 0,-1 1 21 0,6-7 9 16,-1 1 1-16,2 1 18 15,0 0-5-15,1 3 24 0,0-1-7 0,-3 7 6 16,2 1-3-16,0-1 5 0,0 6-6 0,0-3 11 0,-2 6 1 15,1 0-11-15,-3 3-6 16,2-2 11-16,-11 7-7 0,19-5-1 0,-19 5 14 16,20 2 1-16,-20-2 18 0,18 10 3 0,-9 0-3 15,-2 1 2-15,0 0 7 0,0 3-5 16,-2 1 5-16,-1 1-6 0,-2 2-2 0,2 0 7 16,-3 1-5-16,-1 1 11 0,2 0-4 15,-2 0-5-15,2 1-12 0,-2-4 3 0,0 2-7 16,-1-4-2-16,0 3-6 0,-1-7 6 0,2 1-4 15,-2-2 2-15,2-10 1 16,-3 17-2-16,3-17-10 0,-2 13 3 0,2-13-2 16,0 0 0-16,0 0-12 0,0 0 2 0,0 0-7 15,-9-9 4-15,9 9-3 0,0-15-7 16,1 4 7-16,1-3-4 0,1-3 4 0,2 1 4 16,0-7-2-16,3 2-6 0,1-1 6 0,0 1-6 15,0 1 1-15,2 0 22 0,-1 1-5 16,1 3 0-16,-1 4 8 0,1 0-3 0,0 0 11 15,1 2-2-15,0 1-6 16,-1 3-2-16,3 2 6 0,-1 0 1 0,-13 4 2 0,24 0-8 16,-24 0 29-16,27 6-2 0,-14-1-8 15,2 3 6-15,-3-1-2 0,0 2 2 16,-1 1-7-16,-1 2 1 0,-1 1 3 0,0 0-2 16,-3 2-2-16,-1 0-6 0,0 1 0 0,-2 0-6 15,-1 0 0-15,-3 1-2 0,-3-2-5 16,0 0-12-16,1 2-29 0,-3-3-52 0,0 1-84 15,-2-2-153-15,0-4-185 0,1 0-313 16,7-9 266-16,-13 12-67 0</inkml:trace>
  <inkml:trace contextRef="#ctx0" brushRef="#br0" timeOffset="40895.96">11967 1994 359 0,'0'0'229'0,"0"0"-48"16,0 0-27-16,0 0-12 0,8-9-13 0,-8 9-18 16,0 0-19-16,9-6-15 0,-9 6-2 0,0 0 0 15,14-6-3-15,-14 6-1 0,11-4-10 16,-11 4-5-16,13-6-5 0,-13 6-2 0,20-5-13 15,-20 5 7-15,25-4-12 0,-25 4 1 0,29-6-7 16,-14 2-17-16,4 2 6 16,3-2 8-16,1-1-16 0,5 2 5 0,0-2-17 15,5 0 8-15,2-1 6 0,-1 2-9 0,4 0 4 16,2 0-5-16,5-2 8 0,2 4 6 16,1-3-14-16,1 0 3 0,-2 3 12 0,2-2-11 15,0 2-4-15,0 1-1 0,3 0-8 16,-1-2 28-16,0 3 0 0,0-1-7 0,3 1-12 15,-1 0 14-15,-2 0 1 0,4 0-8 0,0 1-11 16,-3 2 22-16,3-2-10 0,-3-1-10 16,2 3 5-16,-3-1 7 0,1-1-5 0,1 0-17 15,-1 2 0-15,-1 0 18 0,0 0 4 0,-1 0-6 16,-1-2 11-16,1 2-26 16,1-1 22-16,0 1-9 0,3 1 0 0,-2-1-9 15,0 3 22-15,3-3-15 0,0 1 1 0,-2 0 10 16,1 0-22-16,2 1 8 0,0 0 18 15,-2-1-11-15,2 0 0 0,-1-1 10 0,0 2-5 16,-2-2 15-16,1 0-16 0,1 1 8 16,1-1-3-16,-1 0 15 0,1 0-6 0,-4 0-22 15,6-2 13-15,-1 1-6 0,2-2 3 0,-1 1-4 16,2-1-13-16,4 2 15 0,-1-2-4 16,1 1 3-16,11-2-2 0,-10 1 8 0,10-3-8 15,-1 0-9-15,-10 1 8 0,11-2-1 0,-12 0 6 16,8 1-18-16,-7 0 9 15,7-3 10-15,2 0-13 0,-4 0 4 0,-8 2-1 16,0-1 4-16,11 0-4 0,-1-2 10 0,-1 2-7 16,2-1 9-16,-1-1-20 0,-1 1 17 15,2 0-6-15,2-3 3 0,-3 2-22 0,2 2 28 16,2-4-11-16,-1 3-7 0,0-1 14 16,0 1-7-16,0-1 10 0,0 1-4 0,0 0-7 15,1-1 6-15,-2 0 1 0,1 0-7 0,1 0-14 16,-2 0 13-16,1-1-12 0,-3 2 5 15,2 0 25-15,1-2-15 0,-4 3-7 0,3-2 18 16,0 0-5-16,-1-2 0 0,1 1-17 0,1 2 12 16,0-2 3-16,0 2-4 15,1-1 4-15,3 1 4 0,-4-3-9 0,4 1 1 16,-1 1-8-16,1 0 9 0,2-3-5 0,-1 3 1 16,-1 0-6-16,2 0-4 0,-1 0 21 15,0-2-10-15,1 2 8 0,0 0-20 0,0 1 23 16,-1-2-6-16,1 1 2 0,-1-3-7 15,-1 3-12-15,1 0 21 0,-2-1-2 0,-1 0-19 16,0 1 25-16,0 0-9 0,-2 0 4 0,0 1-15 16,1-1 3-16,-1-2 7 0,0 3-12 15,-1-1 8-15,0-2-3 0,-1 2-10 0,-3-1-2 16,4 2 10-16,-3-1 17 0,-2-2-18 16,-2 3 17-16,-7-2 1 0,0 2-27 15,9-3 24-15,-9 2-3 0,-2 0-7 0,1-1-2 16,-2 3-3-16,2-2 9 0,-4 1-3 0,2 2 14 15,0-1-6-15,-2-1 5 0,1 1-24 16,-3-1 24-16,3 0-13 0,-4 2-3 0,1-2 7 16,2 3 2-16,-4-1-2 0,0 0-11 15,-1 1 21-15,-1 0-25 0,-7 0-1 0,6 0 28 16,-8-1-2-16,0 2-19 0,1 1 11 0,-3-1-2 16,0 1 0-16,0 0-16 0,-3 1 3 15,2-2 18-15,-3 4 3 0,3-4-2 0,1 4 5 16,0-1-8-16,3-1-12 0,-3 1 3 15,4-1 4-15,-4 3-12 0,3 0 23 16,-1 1-9-16,-1-2 11 0,0 2-10 0,3-1 0 16,-3-1 0-16,-1 2 0 0,3 0 3 0,-2 1-9 15,-1-1-8-15,1 1 13 0,-2-2 9 16,3 3-9-16,-2-3 0 0,6 4 1 0,-5-3 4 16,5 3-8-16,3-1 1 0,-1 1-13 15,1 0 17-15,2-2 4 0,0 1 1 0,2 0-27 16,3 1 1-16,-1-1 11 0,2-1-17 0,-1 0-10 15,5 1-15-15,-1-2-13 0,4 1 2 16,0-1-12-16,13 0-2 0,1 1 1 0,1-2 6 16,-1 0-4-16,4 0 20 0,2 0 3 15,-1-1 3-15,4 1 11 0,2 0 2 16,-1-1 7-16,6 1-10 0,2-2-20 0,1 2-40 16,3-1-43-16,1 2-62 0,3-1-130 15,1 0 103-15,4 0 72 0</inkml:trace>
  <inkml:trace contextRef="#ctx0" brushRef="#br0" timeOffset="51208.92">1017 4157 557 0,'0'0'262'0,"7"-8"-42"16,-7 8-21-16,9-9-36 0,-9 9-32 0,7-11-18 15,-7 11-16-15,11-12-26 0,-11 12-12 16,10-13 3-16,-3 7-12 0,-7 6-10 16,12-13-1-16,-6 6-17 0,3 0 13 0,-2 0-2 15,-1 0-27-15,-6 7 11 0,14-11-1 0,-5 6 1 16,-1-1-11-16,-8 6-14 0,15-12 29 16,-15 12-24-16,15-10 17 0,-15 10 6 0,16-10-24 15,-16 10 13-15,16-8-19 0,-16 8 25 0,19-8-2 16,-19 8-7-16,18-6-6 0,-18 6 1 15,23-5 7-15,-23 5-11 0,23-3-9 16,-23 3 16-16,23 0-2 0,-23 0 2 16,26 2-20-16,-26-2 34 0,25 3-12 0,-25-3-16 15,29 3 27-15,-12 0-12 0,0 0 1 0,-1-1 7 16,1 1-13-16,2 0-8 0,-2 0 8 16,3 2 3-16,1-1-3 0,0 2 12 0,1-2-10 15,-2-1-14-15,2 3 21 0,1 0-8 0,-3 0-4 16,-2-2 0-16,1 0-6 0,0 1 21 15,2 1-4-15,-1 0 5 0,-1-2-17 0,-2 0-17 16,1 1 29-16,-2-1-3 0,3 1 1 0,-2-2-5 16,2 1-3-16,0-2 3 0,-1 0-12 15,4 1 18-15,2 1-10 0,-5-2 0 0,3 0 6 16,1-2-8-16,2 3 5 0,3-2 8 16,-6-1-15-16,1 0 17 0,5 0-26 15,-1 0 26-15,-2-1-7 0,-2 0-13 0,4 1 16 16,-1-2 1-16,-1-1 8 0,0 0-23 15,1 0 17-15,-3 1-6 0,3-3-14 0,-2 0 18 16,0 1-17-16,-1-1 10 0,0-2 7 0,2 1 3 16,0-1-21-16,-5-2-5 0,3 3 25 15,1-2-9-15,-1 0-2 0,-1-1 10 0,0 1 2 16,-2-1-15-16,2-1-7 0,-4 2 29 0,-1-1-14 16,-2 1 10-16,0-1-14 0,-2-1 10 15,-2 3-12-15,0-1-11 0,0-2 9 0,-2 3-20 16,-3 0-6-16,0-1-16 15,-6 8 3-15,11-12-6 0,-11 12-3 0,9-11-2 16,-9 11-3-16,8-10 1 0,-8 10-4 0,7-9 2 16,-7 9 8-16,0 0 9 0,9-9 8 15,-9 9 6-15,0 0 5 0,5-7 7 0,-5 7 4 16,0 0 7-16,0 0-5 0,6-9-3 0,-6 9 4 16,0 0-5-16,0 0-5 0,0 0-3 15,0 0 8-15,8-5 2 0,-8 5 2 0,0 0 1 16,0 0-1-16,0 0 4 0,0 0 5 15,0 0 1-15,0 0 7 0,0 0 6 0,0 0 5 16,0 0 2-16,0 0 2 0,0 0-1 16,0 0 0-16,0 0 0 0,0 0 2 0,0 0 8 15,0 0 1-15,4 8-2 0,-4-8 6 16,0 0-7-16,-4 10 2 0,4-10 3 0,-4 8 2 16,4-8 2-16,-4 10 2 0,4-10-11 15,-6 11 0-15,6-11 12 0,-4 15 0 0,0-8-19 16,4-7 12-16,-5 19 1 0,4-10-3 15,-3 1-5-15,1 2 7 0,2 1 16 0,-1-2-10 16,-1 3-9-16,-2 0-16 0,4 1 14 0,-2 0-11 16,2 2-7-16,-3 2 7 0,3-1 3 15,-3 7 20-15,3-3-3 0,-2 4 16 16,2 0-4-16,-1 2-5 0,0 2 5 0,1 4 1 16,-3 0 4-16,3 1 5 0,-1 3-1 15,0-1-5-15,1 0-1 0,-1 1 0 0,1-1-8 16,1 1-3-16,0-1-7 0,-1 0 0 0,1-1-3 15,-2 0 5-15,1-1-3 0,0-1-4 16,0 1 1-16,-2-1-3 0,-1 0 0 0,2 1-5 16,-1-1 0-16,-3 2-1 0,-1 3 6 15,1 4-5-15,-2-2-2 0,0 1 0 0,1 2 5 16,-2 0-2-16,0 3-2 0,-1-1-6 0,1 2 18 16,0-1 5-16,-1 1-13 0,0 1 2 15,1-4-10-15,-1-1-6 0,1 0 2 0,0-5-9 16,1 0-6-16,-2-7-20 0,5 0-17 0,-3-4-10 15,3-5-22-15,0 1-20 16,-1-4-34-16,2-1-55 0,0-2-72 0,0-4-122 16,1-3-507-16,0-1 277 0,3-9-114 0</inkml:trace>
  <inkml:trace contextRef="#ctx0" brushRef="#br0" timeOffset="53276.04">963 4316 513 0,'0'16'230'0,"0"1"-35"0,0 1-18 0,0 1-19 16,0 0-39-16,-2 3-4 0,1 0-8 15,0 2-7-15,-2 0-3 0,2 1-3 16,0-2 3-16,-1-1-20 0,1 3 1 0,-2 0 7 0,1 0-9 15,1 1-14-15,-2-2-4 16,2 1-9-16,-3 1-4 0,3 1-3 0,0 0-4 16,-2-1-4-16,2 5 0 0,-2-5-6 0,2 1-9 15,0 1 13-15,-2 0-12 0,2 4 2 16,-2 1 7-16,2-5 2 0,-2 4-2 0,1 0-4 16,-1 0-6-16,1-5-5 0,1 0-2 0,-2 1 7 15,2-1-7-15,-2 0-1 0,2-1-3 16,-2-1 3-16,2 2-4 0,0-2-4 0,-2 1 4 15,1 0-5-15,-1-1 3 0,-1 2 4 16,2-1-8-16,-3 1 4 0,2 0-2 16,-2 1 4-16,2-1-7 0,-2 3 2 0,3-1-1 15,-3 2 1-15,1-6-2 0,-1 1 3 16,1 0-1-16,0-1-4 0,0 0 4 0,0 0 2 16,0-2-3-16,1-1-3 0,-4 2 3 0,4-2 3 15,-1 0 0-15,0-2-2 0,0-1-1 16,0 0 5-16,0-1-3 0,0 0 1 0,1 0-5 15,-1-2 1-15,0 0 3 0,3 2-3 0,-3-4 2 16,0 3-3-16,3-3-2 16,-3 1 5-16,3 0-6 0,-2-3-7 0,0 0 0 0,0-1-10 15,2 0 6-15,-2 0 4 0,2-2 2 0,-3 0-9 16,4-9 1-16,-4 16 3 0,4-16-9 16,-4 13 13-16,4-13-3 0,-2 10 4 15,2-10 0-15,-3 11-2 0,3-11 7 0,-4 7-9 16,4-7 1-16,0 0 2 0,-3 9-4 15,3-9-15-15,0 0 1 0,0 0 0 0,0 0 0 16,0 0-11-16,0 0 10 0,0 0-5 16,0 0-11-16,-4-10 18 0,4 10-5 0,0 0 9 15,1-14-6-15,-1 14-9 0,1-14 7 0,-1 14 13 16,3-16 7-16,0 5-17 0,0 2 4 16,0-1 18-16,0 0-11 0,3 2 20 15,-1-1-9-15,-1-1 6 0,3 0-10 0,-2 2 2 0,3 0 19 16,0-2 8-16,0 1-26 15,3 0 12-15,-2 0 14 0,2 0-1 0,-1 0 5 16,2 1-9-16,-1 0 7 0,2-1-1 0,0 2-9 16,2 0-4-16,-2-2-1 0,1 2-3 15,-1 1 1-15,2 0 13 0,-2 0 4 0,1 2-9 16,0-2 17-16,-4 3-13 0,7 0-6 0,-17 3 17 16,24-7-1-16,-24 7-2 0,23-5-3 15,-23 5 0-15,25-3 0 0,-25 3-8 0,26-3-1 16,-26 3 10-16,24-3-1 0,-24 3 2 15,27-1 1-15,-27 1 7 0,29-2-12 0,-29 2 5 16,29 0-5-16,-29 0-11 0,31 2 4 16,-31-2-1-16,33 3-1 0,-16-3 0 15,2 3-5-15,-2-2 4 0,-1 1-8 0,3-1 8 16,-2 0-6-16,2 2 2 0,-2-2 7 0,2 0-4 16,-3-1 9-16,3 1 0 0,-1-1-1 15,2 1-7-15,-20-1 8 0,34 0-10 0,-34 0 2 16,35 0-3-16,-16 0 0 0,0 0 2 0,-3-1 3 15,-16 1-6-15,32 0-2 0,-32 0-2 16,32 0 0-16,-32 0 3 0,31 0 3 0,-31 0-6 16,28 0-2-16,-28 0 5 0,28-1-7 15,-28 1 8-15,25-1-7 0,-25 1 12 0,26-2 2 16,-26 2-3-16,26-4-3 0,-26 4 2 16,27-3 3-16,-11 1-2 0,0 1 3 15,1-2-4-15,1 0 3 0,-2 2 1 0,2-3 3 16,0 2-2-16,0 0-3 0,0-1-3 0,-2 2 2 15,2-2-2-15,0-1-1 0,0 0-2 16,-3 1 0-16,2-2-2 0,-2 0-2 0,-1 0 6 16,0 0-2-16,1 0 5 0,-3-2 11 0,2 0-10 15,-1-1 5-15,-2 1 3 0,3-2 0 16,-2 1 0-16,-1 0 4 0,1-2 4 0,-1 2-8 16,2-2 6-16,-3 2-2 0,3 0-5 15,-3-1-4-15,-1 2-2 0,1-2-2 16,2 3 2-16,-5-1-6 0,1-1 1 0,3 1 5 15,-2-1 0-15,0 1-4 0,0 0-1 16,0 0-1-16,0-1-1 0,0-1 1 0,0 0-2 16,0 1-4-16,-1-2 2 0,2 0-8 0,-4 1 12 15,2 0-11-15,-3 1-9 0,0 0-6 16,1-1-16-16,-1 2-10 0,-5 7-16 0,8-13-22 16,-8 13-29-16,4-12-49 0,-4 12-85 0,4-13-129 15,-4 13-423-15,0-14 262 0,0 14-48 16</inkml:trace>
  <inkml:trace contextRef="#ctx0" brushRef="#br0" timeOffset="54408.43">932 3120 726 0,'0'0'368'0,"5"-7"-55"15,-5 7-54-15,0 0-47 0,0 0-27 16,8-9-39-16,-8 9-28 0,0 0-39 0,0 0-8 15,0 0-19-15,0 0-7 0,0 0 2 0,9 11-6 16,-7 0-10-16,1 1 4 16,-2 4-2-16,3 3 2 0,-1 3-13 0,-1 3 22 15,2 1-8-15,-3 3-2 0,-1 3-2 0,1 1-8 16,1 1-4-16,-2-1-3 0,-3-5-27 16,3 0-27-16,-3-2-37 0,0-1-28 0,-1-1-64 15,0-1-80-15,-2-5-126 0,-3-1-263 0,1-4 197 16,2-2 94-16</inkml:trace>
  <inkml:trace contextRef="#ctx0" brushRef="#br0" timeOffset="54755.94">913 3165 855 0,'7'-23'357'0,"4"0"-99"0,0-1-31 15,2-1-47-15,0 1-28 0,2 1-24 0,-1 0-30 16,0 0-18-16,0 2-35 0,3 2-6 0,-5 3-10 16,2 3-14-16,1 1-14 0,-3 4 12 15,0-1-1-15,-12 9-17 0,23-5 14 0,-23 5-1 16,19 5-18-16,-8 3 21 0,-2 1-5 16,0 4-2-16,1 4 8 0,-2 2 3 15,0 0 0-15,-4 5-9 0,-1-2 3 0,0 1 11 16,-3 1-11-16,0 1 20 0,-3-2-12 0,0 1 16 15,-1-1-2-15,-3-2-6 0,0 1 0 16,-3-3-13-16,-1-1 7 0,0 0 4 0,-2-4-10 16,-1 1 1-16,0-2-6 0,-1-1-4 15,1-3-11-15,-3 1-17 0,3-4-22 0,-1 0-41 16,1-3-57-16,14-3-70 0,-26 3-85 0,26-3-341 16,-28-3 201-16,28 3 89 0</inkml:trace>
  <inkml:trace contextRef="#ctx0" brushRef="#br0" timeOffset="55042.13">1301 3330 779 0,'1'11'447'0,"-1"-11"-118"0,0 0-56 0,-5 11-52 15,5-11-56-15,-5 10-23 0,5-10-31 16,-7 9-25-16,7-9-20 0,-6 17-2 0,2-9-8 16,2 3-9-16,-1 0-14 0,-1 2-7 15,3 1-4-15,0 1 2 0,-1 0-7 0,2-1-8 16,-1 1 4-16,1 2 0 0,-1 0-10 16,-2-1 5-16,2 1-18 0,1-3-22 15,-1 2-37-15,-1-3-40 0,1-1-89 0,0 0-110 16,-2-4-399-16,3-8 228 0,-2 16 38 0</inkml:trace>
  <inkml:trace contextRef="#ctx0" brushRef="#br0" timeOffset="55652.84">1209 3412 550 0,'0'0'197'0,"15"-5"-45"16,-15 5-40-16,17-6-32 0,-17 6-26 0,23-5-30 15,-23 5-12-15,29-7-13 0,-15 3-5 16,4-1-5-16,0 2-6 0,-3-3-8 0,4 2-3 16,-5 0 0-16,4-2 5 0,-4 3 15 0,0 0 24 15,-1-2 26-15,-13 5 16 0,21-5 10 16,-21 5 8-16,16-3-3 0,-16 3 13 0,0 0-1 15,18 0 2-15,-18 0 17 0,6 8-7 16,-6-8-5-16,3 11 10 0,-3-11-14 0,-3 16 2 16,2-5 0-16,0 1-17 0,-3 2 14 15,0 1-15-15,0 1 4 0,-1 2-6 16,1-1-4-16,0 0-10 0,2 3-4 0,-1-6-6 16,2 3-5-16,0 0-10 0,1-4-7 0,1 1 2 15,0-1-4-15,3 0 1 0,1-1-5 16,4-3-1-16,-1-2-8 0,1-1-3 0,2-2-5 15,-11-4-16-15,26 4-25 0,-11-8-19 0,2 3-26 16,-1-4-37-16,3-3 17 0,-1-1-13 16,0-2-2-16,-4 0-2 0,4-4 14 0,-4 0 19 15,0-2 6-15,-3-1 14 0,0 1 13 16,-3-1 33-16,-1 4 24 0,-2-1 25 0,-1 1 20 16,-3 3 18-16,-1 11-11 0,0-18 2 15,0 18 0-15,-5-14 9 0,5 14 1 16,-6-5 4-16,6 5 3 0,0 0-14 0,-19 2 6 15,19-2-2-15,-16 11-2 0,9-1 7 0,-1 1-5 16,0 1 3-16,3-1-8 0,0 4-17 16,0-3 4-16,4 1-11 0,-2-1-4 0,2 1-7 15,2-3-5-15,2 3-1 0,2-3-5 0,-2 1 1 16,3 0-5-16,0-2-18 0,3 0-27 16,1-3-45-16,-10-6-48 0,21 10-93 0,-21-10-102 15,24 0-428-15,-24 0 247 0,28-6-4 16</inkml:trace>
  <inkml:trace contextRef="#ctx0" brushRef="#br0" timeOffset="56147.99">2034 3329 602 0,'0'0'352'0,"1"-12"-74"0,-1 12-59 0,0 0-19 16,0 0-13-16,-2-10-21 0,2 10-36 15,0 0-28-15,0 0-10 0,-4-9-22 0,4 9-33 16,0 0 3-16,0 0-9 0,0 0 0 16,-15 3 0-16,15-3-3 0,-11 9-1 15,11-9-2-15,-11 14 3 0,6-4-4 0,-4 2 8 16,4 1-7-16,0-1 2 0,-3 4-7 16,3-1-6-16,0-1 5 0,0 1 0 0,1-3 4 15,0 4-6-15,2-5-9 0,-1 0 12 0,2-1-6 16,1-10 5-16,-3 18 1 0,3-18-6 15,-1 14-2-15,1-14 6 0,1 9-3 0,-1-9-7 16,0 0 0-16,8 7 3 0,-8-7-11 0,0 0 5 16,0 0-5-16,17-3-8 0,-17 3-8 15,11-9 5-15,-11 9-17 0,10-10 5 0,-10 10 0 16,14-11 5-16,-14 11 13 0,14-10-3 16,-14 10 1-16,13-8 6 0,-13 8 1 15,14-4 5-15,-14 4 14 0,0 0-2 0,18 4-2 16,-18-4-4-16,13 8 8 0,-13-8 8 0,9 14-2 15,-6-7 5-15,-3-7-3 0,3 17-1 16,-3-17 6-16,0 18 4 0,-4-7 10 0,2-3 2 16,-2 3-2-16,-1-2-6 0,-2 2-4 0,-3-2-7 15,2 1-6-15,-2-1-4 0,-1 0-8 16,-2-2-19-16,1-1-18 0,-3 2-31 0,4-2-45 16,-5-1-75-16,16-5-75 0,-20 5-134 0,20-5-406 15,-18-2 258-15,18 2-38 16</inkml:trace>
  <inkml:trace contextRef="#ctx0" brushRef="#br0" timeOffset="56568.34">2308 3376 778 0,'0'0'472'0,"0"0"-125"0,11-6-67 15,-11 6-61-15,0 0-31 0,0 0-50 0,0 0-29 16,0 0-15-16,0 0-17 0,7-6-20 16,-7 6-7-16,0 0-12 0,0 0-8 15,0 0-1-15,9-7-7 0,-9 7-4 0,0 0-6 16,0 0-8-16,9-5 11 0,-9 5-9 16,0 0-4-16,8-11-7 0,-8 11 2 0,6-9-8 15,-6 9-3-15,4-11-10 0,-4 11 13 0,2-12-2 16,-2 12 1-16,2-10 0 0,-2 10 2 15,0 0 5-15,-3-10-3 0,3 10-4 0,0 0 10 16,0 0-2-16,-19 3 3 0,19-3 4 0,-13 12-2 16,4-3 1-16,-1 2 10 0,2 1 2 15,-3 4-7-15,2-1-2 0,1 3-4 16,2 0 5-16,-4 0-2 0,6 0 1 0,-1-1-4 16,2 0-2-16,1 1 7 0,2-6-7 15,0 2-1-15,2 1 7 0,2-2 1 0,3 1 4 16,0-6-6-16,2 2-17 0,3-3-23 15,-1-3-52-15,-11-4-52 0,28 1-77 0,-12-2-97 16,0-5-355-16,3-2 212 0,2-3 66 0</inkml:trace>
  <inkml:trace contextRef="#ctx0" brushRef="#br0" timeOffset="56819.52">2562 3364 1020 0,'0'0'377'15,"0"-12"-69"-15,0 12-31 0,0 0-23 16,0 0-34-16,0 0-23 0,0 0-14 0,0 0-12 15,0 0-16-15,0 0-3 0,-11 7-8 0,11-7-4 16,-4 10 9-16,4-10-20 0,-3 15 5 16,3-15-2-16,-1 15-19 0,1-5-9 15,0 2-17-15,0 1-21 0,0-2-13 0,0 1-7 16,-1 2-7-16,1-1-13 0,-4 3-1 0,4 0-8 16,-1 0 1-16,-1-2-12 0,1 0-11 15,0-1-10-15,0-1-15 0,-2-1-27 0,2 0-26 16,-2-2-30-16,2-1-29 0,1-8-44 0,-5 15-47 15,5-15-69-15,0 0-108 16,-8 7-580-16,8-7 301 0,0 0-197 0</inkml:trace>
  <inkml:trace contextRef="#ctx0" brushRef="#br0" timeOffset="57229.07">2525 3352 810 0,'0'0'315'0,"0"0"-82"0,0-11-44 16,0 11-41-16,0 0-36 0,10-9-14 0,-10 9-35 15,13-5-10-15,-13 5-12 16,14-6-13-16,-14 6-28 0,19-7 2 0,-19 7-31 0,22-5 1 16,-22 5 1-16,18-7 4 0,-18 7 3 15,20-6 7-15,-20 6 13 0,17-5 1 16,-17 5 3-16,15-6 24 0,-15 6 18 0,13-5 3 15,-13 5 12-15,13-7 2 0,-13 7 10 0,0 0 10 16,11-4-19-16,-11 4 10 0,0 0-5 16,0 0-13-16,9-6-1 0,-9 6-16 0,0 0 2 15,0 0-21-15,0 0 9 0,0 0-3 16,0 0 8-16,0 14-2 0,0-14-6 0,-5 14 8 16,4-3-1-16,-2 0-6 0,1-1-12 0,-1 5 6 15,-1-1-8-15,3 1-8 0,-2 2 15 16,2 0 4-16,1-1-6 0,3 1-5 15,-2-3 0-15,3 1-4 0,0-2-4 0,1-1 4 16,0 0-1-16,1-3-15 0,3-2-34 16,0-2-30-16,-9-5-75 0,23 6-101 0,-23-6-101 15,27-4-393-15,-12 0 242 0,0-2 8 0</inkml:trace>
  <inkml:trace contextRef="#ctx0" brushRef="#br0" timeOffset="57427.47">2983 3317 905 0,'0'0'319'0,"0"0"-69"0,-5-8-44 16,5 8-9-16,0 0-28 0,0 0-27 16,-13 4-12-16,13-4-23 0,-6 8-13 15,6-8-20-15,-7 13-6 0,7-13-12 0,-3 18-12 16,0-8-18-16,2-1-10 0,-2 2 0 16,1 1-2-16,2-2 0 0,0 1-13 0,0-11-18 15,2 19-15-15,-2-19-12 0,4 16-5 0,-4-16-20 16,5 12-68-16,-5-12-125 0,0 0-449 15,13 6 231-15,-13-6 34 0</inkml:trace>
  <inkml:trace contextRef="#ctx0" brushRef="#br0" timeOffset="57788.37">2889 3046 769 0,'0'0'299'15,"0"0"-48"-15,-18 3-52 0,18-3-32 0,0 0-17 16,-7 9-41-16,7-9-20 0,-1 13 9 16,1-13-16-16,1 14-11 0,2-5-27 0,0-1-16 15,-1 2 16-15,3-1-12 0,2-1 2 0,-1 0-15 16,-6-8 8-16,10 12-13 15,-10-12 8-15,14 10-5 0,-14-10 9 0,13 4-18 16,-13-4-1-16,0 0-25 0,19-6 4 0,-19 6-3 16,12-13 5-16,-7 4-9 0,0 0 0 15,0-4 19-15,0-1-9 0,-2 1 11 0,-1-2 16 16,-2 1-8-16,0-1-4 0,0 3-15 0,-4 1 20 16,3-1-7-16,-3 1-32 0,-2 3-25 15,1 1-61-15,5 7-80 0,-16-8-71 0,16 8-313 16,-17 2 174-16,17-2 139 0</inkml:trace>
  <inkml:trace contextRef="#ctx0" brushRef="#br0" timeOffset="58081.04">3107 3234 1276 0,'0'0'420'0,"9"8"-85"0,-9-8-60 16,4 8-69-16,-4-8-30 0,1 14-16 0,-1-14-18 16,0 20-10-16,0-9-7 0,0 4-2 15,0 2 19-15,-1 2-3 0,2 2-19 0,-1 0-7 16,0 3-15-16,1-2-15 0,1 1 2 0,1 1 0 16,-2-3-6-16,1 0-16 15,-1-3-16-15,-1 0-11 0,1-3-1 0,1-1-10 16,-2 0 1-16,0-2-15 0,0 0-16 0,-2-3-39 15,1 1-53-15,1-10-57 0,-4 15-52 16,4-15-77-16,-6 8-73 0,6-8-139 0,0 0-421 16,0 0 286-16,-13-5-140 0</inkml:trace>
  <inkml:trace contextRef="#ctx0" brushRef="#br0" timeOffset="58381.51">3121 3269 1065 0,'0'0'361'0,"6"-10"-71"16,-6 10-52-16,10-13-34 0,-10 13-39 0,15-10-37 15,-15 10-23-15,17-10-20 0,-17 10-23 16,22-7-4-16,-22 7-17 0,23-3-4 0,-23 3-11 16,24 1-11-16,-24-1 6 0,22 4-10 0,-13 2 3 15,-9-6-3-15,12 14-7 0,-8-5 6 16,-1 1 9-16,-3-10-1 0,-1 20 1 0,-2-8 15 15,-3 1 6-15,-1 1 3 0,1-1-6 0,-3 0 4 16,-2-1-9-16,-1 2-1 16,3-1-5-16,-5-1-12 0,3-1-2 0,-2-3 3 0,1 0-3 15,1-2-10-15,-3 0-15 0,14-6-42 16,-22 6-53-16,22-6-87 0,-19 0-118 16,19 0-527-16,-15-12 271 0,10 4-83 0</inkml:trace>
  <inkml:trace contextRef="#ctx0" brushRef="#br0" timeOffset="58677.59">3421 2766 964 0,'10'-14'561'0,"-10"14"-128"0,10-8-88 16,-10 8-86-16,0 0-40 0,9-9-30 15,-9 9-21-15,0 0-19 0,0 0-18 0,0 0-12 16,0 0-13-16,16 7-7 0,-16-7 1 15,7 18-8-15,-5-5-10 0,1 2-7 0,1 4-5 16,0 1 3-16,-2 5 2 0,1 0-10 16,2 2-13-16,-3 4 4 0,1 1-9 0,0-1-10 15,-1-3-7-15,-1-2-4 0,1 2-11 0,-1-1 1 16,0-2-5-16,-1-1 5 0,2-3-14 16,-4 0 9-16,2-2-9 0,-1-1-14 0,0-2-16 15,-2 2-44-15,-1-5-65 0,-1 1-51 0,-1 1-60 16,-1-5-87-16,1-1-129 15,0-1-539-15,6-8 303 0,-18 7-207 0</inkml:trace>
  <inkml:trace contextRef="#ctx0" brushRef="#br0" timeOffset="58840.93">3353 3220 1020 0,'0'0'449'0,"0"0"-95"0,-1-11-73 15,1 11-62-15,0 0-57 0,6-9-52 0,-6 9-70 16,13-6-100-16,-13 6-94 0,19-7-99 0,-19 7-102 16,28-5-211-16,-14 1 169 0,4 2 148 15</inkml:trace>
  <inkml:trace contextRef="#ctx0" brushRef="#br0" timeOffset="59072.08">3695 3158 665 0,'0'0'512'0,"24"0"-107"16,-24 0-64-16,0 0-44 0,0 0-43 0,18-1-40 15,-18 1-31-15,0 0-29 0,0 0-22 16,0 0-28-16,0 0-19 0,0 0-21 0,19 0-9 16,-19 0-15-16,0 0-6 0,0 0-6 15,4 14-4-15,-4-14-3 0,-1 14-4 0,-2-3-3 16,2 2-2-16,-3 1-5 0,1 2 4 16,1 2-2-16,-3-2-2 0,2 0 3 15,1 2 1-15,-1-1 9 0,3 1-1 0,-1-3-2 16,2-1 1-16,-1 2-15 0,2-5-28 0,-1 0-31 15,0 0-35-15,-1-11-63 0,1 14-97 16,-1-14-175-16,0 0-450 0,0 0 278 0,0 0-111 16</inkml:trace>
  <inkml:trace contextRef="#ctx0" brushRef="#br0" timeOffset="59445.49">3694 2904 1103 0,'0'0'373'0,"-6"-8"-81"0,6 8-56 15,0 0-42-15,0 0-43 0,0 0-36 16,0 0-18-16,-11 6-20 0,11-6-12 0,0 11-9 16,0-11-16-16,0 13-6 0,0-13-5 0,6 16-11 15,-6-16-3-15,8 14-1 0,-3-6 1 16,2-2-2-16,-7-6-4 0,14 11-1 15,-14-11 2-15,14 7 5 0,-14-7-6 0,0 0-2 0,24 0-8 16,-24 0 4-16,17-7 4 16,-9 1 1-16,0 0 6 0,0-5 0 0,-2 1 13 15,3-4 7-15,-4 0 11 0,0 0 18 0,-1-2-12 16,0-1 1-16,-3 3-15 0,-1 0 3 16,-1 1-7-16,0 2-10 0,-2 0-6 0,-2 2-7 15,0 2-3-15,5 7-13 0,-17-9-24 16,17 9-38-16,-16 0-37 0,4 4-45 0,2 5-59 15,0 1-37-15,-2 6-65 0,5 1-117 0,-1 1-177 16,3 2 186-16,0 1 118 0</inkml:trace>
  <inkml:trace contextRef="#ctx0" brushRef="#br0" timeOffset="59799.19">3832 3190 861 0,'0'0'524'0,"0"0"-132"15,11 8-70-15,-11-8-78 0,0 0-50 0,6 6-46 16,-6-6-24-16,4 10-15 0,-4-10-20 16,3 12-12-16,-3-12-21 0,2 19 0 0,1-7 14 15,-2 0-3-15,4 3 0 0,0-1-2 0,-1 1 1 16,2-1-6-16,1-1-6 0,-1-1-7 16,3 2-6-16,0-3-1 0,0-1-9 0,2-1-7 15,0-2 1-15,-1-1-5 0,-10-6-5 0,23 7-5 16,-23-7-1-16,24-1-9 15,-24 1-11-15,25-6 0 0,-13-2 2 0,2-1 2 16,-5-1-3-16,1-2 5 0,-2-3 0 0,1 0-2 16,-5-1 1-16,-2-1 3 0,-2 2 0 15,-1-2-3-15,-3 3 4 0,-6 1-4 0,-2 0-3 16,-3 1 0-16,-1 3-6 0,-2 4-10 0,1-1-9 16,-2 4-15-16,2 1-32 0,17 1-35 15,-29 3-39-15,16 1-56 0,3 1-56 0,0 2-52 16,10-7-111-16,-15 9-232 0,15-9 209 15,-7 10 73-15</inkml:trace>
  <inkml:trace contextRef="#ctx0" brushRef="#br0" timeOffset="60208.65">4177 3110 1055 0,'15'-8'432'0,"-15"8"-96"0,13-6-69 0,-13 6-46 15,0 0-36-15,18-1-31 0,-18 1-16 16,0 0-20-16,15 7-17 0,-15-7-12 0,11 17-15 16,-8-9-15-16,0 5-10 0,1 1-10 15,-3 1-2-15,0 3-6 0,1-1-8 0,-1 2-8 16,-1 2 0-16,0-4 0 0,2 1-10 16,-2-2 3-16,2-1-2 0,-2-2 1 15,0-2 5-15,0 0 4 0,0-11 13 0,0 15 9 16,0-15-2-16,-2 11-5 0,2-11 7 0,0 0 1 15,0 0 9-15,0 0-2 0,0 0 1 16,0 0-6-16,11-11-12 0,-6 3-8 0,0 0 2 16,1-6-7-16,3 1-3 0,3-2-7 0,-1-3 0 15,3 1-3-15,-1 0-5 0,1 2 5 16,-1 1-3-16,2 2 0 0,-4 3-3 16,1 0-5-16,3 5 6 0,-3 1-3 0,-12 3-1 0,24-2 3 15,-24 2 1-15,23 6 0 0,-10 0 1 16,-2 2-4-16,1 0 3 0,-2 2-6 0,0 1-8 15,-1 0-18-15,0 0-26 0,1 0-44 16,-5 2-52-16,2-2-75 0,-5-3-147 16,1 1-560-16,-3-9 290 0,1 14-157 0</inkml:trace>
  <inkml:trace contextRef="#ctx0" brushRef="#br0" timeOffset="61551.64">1373 4534 348 0,'11'-6'132'0,"-11"6"-17"16,10-9-11-16,-10 9-23 0,11-8-13 0,-11 8-9 15,13-8-13-15,-13 8-7 0,15-10-19 16,-15 10-27-16,16-9-49 0,-16 9-56 0,16-8-151 15,-16 8 82-15,18-11 51 0</inkml:trace>
  <inkml:trace contextRef="#ctx0" brushRef="#br0" timeOffset="61782">1828 4475 400 0,'0'0'182'0,"11"3"-55"0,-11-3-45 0,0 0-33 15,17 4-21-15,-17-4-16 0,0 0-11 0,21 2-6 16,-21-2-10-16,0 0 1 0,27 0 2 16,-27 0 0-16,18 0 0 0,-18 0-11 0,24 0-33 15,-24 0-55-15,23-2-86 0,-23 2 59 0,25-3 39 16</inkml:trace>
  <inkml:trace contextRef="#ctx0" brushRef="#br0" timeOffset="61925.19">2532 4436 354 0,'17'-2'112'16,"1"-3"-84"-16,5 0-105 0,-1 1-59 15,1-2 40-15,-1 1 33 0</inkml:trace>
  <inkml:trace contextRef="#ctx0" brushRef="#br0" timeOffset="62611.58">1284 5059 812 0,'0'0'406'0,"9"-8"-71"0,-9 8-47 0,0 0-37 0,0 0-34 0,9-7-48 16,-9 7-37-16,0 0-26 0,10-9-24 0,-10 9-16 15,8-7-18-15,-8 7-25 0,9-8-22 16,-9 8-35-16,14-10-27 0,-14 10-35 0,15-9-56 16,-6 4-31-16,4 0-21 0,-3 0-38 15,4 1-17-15,0-1-51 0,1 1-131 0,-2-1 143 16,2 2 243-16</inkml:trace>
  <inkml:trace contextRef="#ctx0" brushRef="#br0" timeOffset="62769.26">1932 4922 349 0,'19'4'10'0,"-19"-4"-132"15,21 1 41-15,-21-1 27 0</inkml:trace>
  <inkml:trace contextRef="#ctx0" brushRef="#br0" timeOffset="62916.3">2200 5017 810 0,'0'0'437'0,"1"11"-112"0,-1-11-56 0,0 0-58 16,4 11-47-16,-4-11-51 0,0 0-47 0,2 11-60 15,-2-11-65-15,0 0-52 0,7 9-84 16,-7-9-89-16,0 0-263 0,13 5 164 0,-13-5 162 15</inkml:trace>
  <inkml:trace contextRef="#ctx0" brushRef="#br0" timeOffset="63431.8">1330 5510 891 0,'0'0'387'0,"0"0"-74"0,0 0-58 16,-9-7-53-16,9 7-36 0,0 0-25 16,0-12-33-16,0 12-20 0,5-11-16 0,-5 11-15 15,9-14-44-15,-1 7-36 0,-2-2-49 0,3 1-60 16,4 0-58-16,-3-1-52 0,4 1-35 15,0 0-272-15,0 1 165 0,0-1 161 0</inkml:trace>
  <inkml:trace contextRef="#ctx0" brushRef="#br0" timeOffset="63531.55">1662 5373 458 0,'24'3'202'16,"-24"-3"-59"-16,22 3-45 0,-22-3-55 0,24 1-73 15,-24-1-76-15,24 0-148 0,-24 0 79 0,24-1 48 16</inkml:trace>
  <inkml:trace contextRef="#ctx0" brushRef="#br0" timeOffset="63717.15">2154 5420 1104 0,'0'0'426'15,"15"5"-93"-15,-15-5-64 0,0 0-66 0,25 0-51 16,-25 0-36-16,25-2-55 0,-12 0-95 0,5-2-120 16,-2-2-145-16,3 1-390 0,2-2 221 15,-3 0 49-15</inkml:trace>
  <inkml:trace contextRef="#ctx0" brushRef="#br0" timeOffset="65597.5">3312 5174 415 0,'0'0'283'0,"9"-10"-29"16,-1 5-27-16,1-3-21 0,5-2-9 0,1-2-13 16,8-6-7-16,3 2-11 0,7-7-18 0,4-1-9 15,11-8-28-15,5 0-16 16,4-3-7-16,8 1-12 0,5-3-16 0,17-7-13 16,0-1-11-16,6 1-6 0,0 0-9 0,0 2-6 0,0 0-14 15,-15 10-20-15,-1 0-19 16,-2 1-33-16,-5 0-13 0,-1 3-8 0,-7 0-4 15,-4 3-1-15,-5 1-5 0,-12 8-19 16,-3-1-9-16,-11 3-16 0,-1 3-5 0,-7 0 1 16,-8 5-19-16,-1-1-42 0,-10 7-201 0,8-6 134 15,-8 6 270-15</inkml:trace>
  <inkml:trace contextRef="#ctx0" brushRef="#br0" timeOffset="66312.5">3560 5586 466 0,'-18'2'310'0,"18"-2"-37"0,0 0-35 15,0 0-25-15,-13-4 6 0,13 4-7 0,0 0 1 16,0 0-14-16,-10-6-23 0,10 6-12 16,0 0-17-16,0 0-17 0,-6-6-23 0,6 6-16 15,0 0-20-15,0 0-17 0,0 0-10 0,0 0-7 16,9-7-8-16,-9 7-12 15,17 4 0-15,-1 0-1 0,3 2-5 0,4 4 0 0,10 4 13 16,4 6-3-16,1 4-4 16,13 7 10-16,4 5-6 0,1 4-8 0,2 6 7 15,13 10-10-15,-1 2 5 0,0 1-1 0,2 0-5 16,-16-13-3-16,4 2-4 0,0-2 11 16,-3-2-3-16,-1-3-9 0,-1-1 5 0,-4-3-3 15,-1-5 6-15,-3-3-11 0,-10-7 1 0,-4-1-22 16,-1-3-24-16,-6-3-36 0,-6-6-47 15,-2-3-75-15,-4-3-137 0,-14-3-561 0,22-3 284 16,-22 3-131-16</inkml:trace>
  <inkml:trace contextRef="#ctx0" brushRef="#br0" timeOffset="67313.14">5399 3387 400 0,'-32'40'314'0,"-1"4"-29"0,0 4-27 0,1 4-18 16,-2 4-39-16,2 5-8 0,0 3-31 15,1 4-11-15,-1 5-32 0,-1 18-4 16,1 2-8-16,4 1-14 0,1 8-9 0,6 2-5 16,3 3 3-16,3 1 22 0,3 4-2 0,4 4 0 15,5 2-2-15,5 1 7 0,2 1 12 16,6 1 24-16,8-3-4 0,4 1 5 0,5-4 17 15,7-2-6-15,8-3-19 0,8-3-9 0,5-3-31 16,7-2-15-16,10-3-21 0,7-5-13 16,6-4-17-16,6-5-15 0,8-5-24 0,5-4-24 15,8-7-18-15,5-6-9 0,5-5-1 16,7-7 12-16,3-5 12 0,7-8 7 16,2-5 5-16,6-8-6 0,6-5 7 0,3-5 12 15,1-9 7-15,4-6 2 0,0-6 6 16,3-11 28-16,-4-4 1 0,3-8-16 0,-2-7-6 15,-2-7 7-15,-3-7-23 0,-1-9-11 0,25-18-31 16,-41 9-25-16,-4-9-11 0,-9-5-31 16,-6-3-25-16,-9-10-26 0,-9-4-22 0,-11-6-13 15,-13-7 16-15,-12-2 18 0,-11-7 27 0,-16 0 33 16,-8-2 28-16,-12 1 29 0,-10 0 54 16,-10 1 11-16,-11 1 6 0,-8 1-3 0,-7 2-2 15,-9 3 2-15,-5 2 1 0,-8 1-4 16,-7 4-2-16,-7-1-7 0,-8 3-3 15,-7 5-9-15,-4 1 3 0,-8 0 3 0,-5 2-1 16,-7 4 0-16,-2 5-4 0,-7 2 3 0,-4 5-3 16,-4 4 1-16,-5 7 2 0,-2 5 0 15,-3 7-1-15,-2 9 2 0,-3 8 0 0,0 8 5 16,-1 7 5-16,-2 8-2 0,4 8 1 16,-3 7-1-16,2 10 1 0,-1 9-3 0,1 7-4 15,-1 7 2-15,-2 9 1 0,2 5-4 0,-4 8-3 16,0 6-4-16,-1 5-11 0,-1 7-60 15,-28 21-86-15,2 0-182 0,1 3-391 0,3 1 242 16,2 5 12-16</inkml:trace>
  <inkml:trace contextRef="#ctx0" brushRef="#br0" timeOffset="70980.86">5417 4304 474 0,'-8'-6'308'0,"8"6"-56"0,4-12-10 0,-4 12-37 16,4-17-13-16,1 7-10 0,-1-3-19 16,1 1 3-16,-1-4-26 0,3 4-39 0,0-2-14 15,-2 1-22-15,0 1-10 0,0 2-9 0,3-1-12 16,-3 4-8-16,0-2-12 16,0 2 2-16,-5 7-7 0,9-12 2 0,-9 12-2 15,10-7 0-15,-10 7-2 0,0 0-8 16,0 0 3-16,18 1 9 0,-18-1 7 15,9 8 4-15,-9-8 2 0,8 15-1 0,-3-5 4 16,-1-2-5-16,0 3 5 0,-1 3 1 0,2-3 0 0,-1 0-2 16,1 2-8-1,0-3 5-15,-1 0 4 0,1-2 3 0,2 2 5 16,-2-3 0-16,-5-7 9 0,7 12 9 0,-7-12-1 0,11 7-4 16,-11-7-2-16,0 0-12 0,0 0 2 0,24-3-14 15,-24 3 3-15,15-11-7 0,-7 3-7 16,0-2 0-16,-2 0-5 0,4-3-1 0,-4 1-13 15,2-3-5-15,-1 0-6 0,0-1-14 0,-2 0-11 16,0 1-17-16,2-2-9 0,-3 0-19 0,1 5-9 16,-3-1-23-16,2 3-43 0,0 1-85 15,-4 9-92-15,4-16-403 0,-4 16 243 0,2-9 8 16</inkml:trace>
  <inkml:trace contextRef="#ctx0" brushRef="#br0" timeOffset="71593.95">5999 4121 388 0,'0'0'285'0,"0"0"-53"0,0 0-29 0,0 0-44 16,0 0-23-16,0 0-27 0,0 0-4 0,0 0-11 16,0 0-1-16,-19 0-17 0,19 0-3 15,0 0-5-15,0 0 3 0,0 0-19 0,-22 3 18 16,22-3 0-16,-10 5-6 0,10-5 10 15,-17 10 5-15,8-6-8 0,0 5 2 0,-1 1-1 16,-3-2-10-16,4 4-6 0,-1-2-6 16,0 2-5-16,1 0-11 0,3 0-5 0,-1 1-9 15,0 0-2-15,1 0-3 0,4-2 1 16,-1-1-3-16,2 0 0 0,1-10-3 0,3 15-2 16,-3-15-2-16,5 12 0 0,-5-12 5 15,11 9-4-15,-11-9-1 0,0 0-3 0,22 0-3 16,-22 0 2-16,19-6-1 0,-19 6 0 0,19-11-2 15,-10 5-4-15,1-2 14 0,2 0 1 16,-5-1-1-16,1-1-5 0,-1 1 0 0,-2 1-1 16,2 2 2-16,-2-2-4 0,-5 8-1 15,8-11-2-15,-8 11 2 0,8-9-3 0,-8 9 0 16,0 0-3-16,11-7 3 0,-11 7 1 16,0 0 2-16,0 0-8 0,14 7-10 15,-14-7-14-15,10 7-6 0,-10-7-7 0,13 9 2 16,-13-9-5-16,9 7-16 0,-9-7 2 0,11 9-22 15,-11-9-2-15,12 4-15 0,-12-4-15 16,0 0-27-16,0 0-25 0,20 0-22 0,-20 0-14 16,12-8-13-16,-12 8-9 0,10-11-9 0,-10 11-92 15</inkml:trace>
  <inkml:trace contextRef="#ctx0" brushRef="#br0" timeOffset="71791.64">6143 4191 857 0,'5'-7'160'0,"-5"7"35"0,6-16 4 16,-6 16-3-16,7-11-17 0,-7 11-22 15,4-9-34-15,-4 9-20 0,0 0-14 0,0 0 4 16,0 0-8-16,0 0-10 0,0 0-1 15,0 0-1-15,2 16-7 0,-2-16-5 16,0 21-6-16,0-8-2 0,-1 4 0 0,1 0-6 16,-3 2-6-16,2 1-3 0,1 4-6 0,-1 0 0 15,-2 2-4-15,0 0-4 0,1 1-1 16,-1-2 0-16,1-1 2 0,-1-3-8 0,0 0-2 16,0-3-3-16,0-2-2 0,1 0-10 0,1-4-21 15,-1 0-38-15,1-2-51 0,1-10-105 16,-5 13-153-16,5-13-436 0,0 0 262 0,0 0-51 15</inkml:trace>
  <inkml:trace contextRef="#ctx0" brushRef="#br0" timeOffset="72123.69">6153 4149 739 0,'6'-8'344'0,"1"1"-77"0,-1 0-76 0,3 0-41 16,-1 0-28-16,-8 7-27 0,15-9-39 0,-15 9-17 15,15-5-7-15,-15 5 5 0,0 0-25 16,22-1 19-16,-22 1-25 0,9 6 18 16,-9-6-24-16,10 13 12 0,-6-4-7 0,0 0 10 15,-3 1 1-15,0 2-12 0,-1-2 8 16,0 1 19-16,-1 1-4 0,1 1 4 0,-5-2-11 15,2 3 13-15,0-4-4 0,-1 3-5 16,-4-1-4-16,3-2-13 0,-4 1 11 0,1-3 4 16,1 0-16-16,7-8 7 0,-18 13-14 15,18-13-25-15,-17 8-44 0,17-8-70 0,-15 4-95 16,15-4-125-16,-15-4-160 0,15 4 160 0,-13-8 183 16</inkml:trace>
  <inkml:trace contextRef="#ctx0" brushRef="#br0" timeOffset="72698.14">6473 4153 583 0,'0'0'310'0,"0"0"-44"16,0 0-39-16,-6-7-27 0,6 7-29 16,0 0-6-16,0 0-17 0,-17-3-30 0,17 3-11 15,0 0-25-15,0 0-11 0,-18 2-14 16,18-2-2-16,0 0-3 0,-16 4-10 0,16-4-8 15,-12 8 3-15,12-8-1 0,-10 11 0 0,3-3-5 16,0 0 8-16,2 0-6 0,1 3-10 16,-1-1-3-16,1 0-2 0,-1 1-5 0,3 1-2 15,-1-1-2-15,3-1-2 0,0 1-1 0,0-11-1 16,3 17-1-16,-3-17 3 16,6 15-5-16,-6-15-5 0,7 7-2 0,-7-7-10 0,12 4-2 15,-12-4-1-15,0 0-8 0,19-4 9 16,-19 4-3-16,17-6 14 0,-10-1-1 15,1 1 3-15,0 0 4 0,-2-1 4 0,-1-2 8 16,3 2-2-16,-3-3 12 0,0 2 1 16,0-1 3-16,0 1 7 0,-5 8 7 0,8-13 1 15,-8 13-1-15,6-10-10 0,-6 10-8 0,5-8 0 16,-5 8-10-16,0 0 1 0,8-7 2 16,-8 7 2-16,0 0-1 0,0 0-7 0,13 7 4 15,-13-7 14-15,5 7-7 0,-5-7-7 16,5 13-24-16,-5-13-30 0,8 11-35 15,-8-11-53-15,7 14-64 0,-7-14-97 0,9 9-141 16,-9-9-264-16,9 7 223 0,-9-7 44 0</inkml:trace>
  <inkml:trace contextRef="#ctx0" brushRef="#br0" timeOffset="76978.05">6971 3507 613 0,'0'0'275'0,"0"0"-31"0,0 0-53 16,0 0-29-16,0 0-32 0,0 0-24 0,0 0-25 15,0 0 3-15,0 0-13 16,0 0-12-16,0 0-4 0,-7 10-3 0,7-10-24 16,-2 15 6-16,-2-9 1 0,4-6-4 0,-5 16-8 15,2-7-7-15,-1 1 1 0,2-1 1 16,-2 2-9-16,0-2 1 0,2 3-14 0,-2-3 9 15,0 0 5-15,0 1-10 0,2 0-6 16,-1-2-12-16,3-8 4 0,-6 16-35 0,6-16-31 16,-4 14-46-16,4-14-76 0,-5 11-114 0,5-11-169 15,-5 8 152-15,5-8 208 0</inkml:trace>
  <inkml:trace contextRef="#ctx0" brushRef="#br0" timeOffset="77424.2">6935 3538 719 0,'8'-11'244'0,"-8"11"-12"0,11-11-31 16,-3 5-41-16,-8 6-4 0,16-12-27 0,-7 6-41 16,1 2-9-16,2-2 0 0,-12 6-25 0,19-7-10 15,-19 7-14-15,23-2-8 0,-23 2-19 16,19 2 19-16,-19-2 0 0,17 6-2 0,-17-6-1 15,15 11-19-15,-9-5 12 0,0 3-11 16,-3 1-2-16,1-1 18 0,0 1-5 0,-4 0-13 16,1 3-3-16,-1-1-1 0,-1-1 13 15,-1 3-13-15,-4 0 7 0,1 0 10 16,-1 1-13-16,-3-2 13 0,0 0 0 0,-1 0-2 16,1-2-11-16,-4 1 11 0,4-1 0 0,-2-2-8 15,-1 1-10-15,3-3-35 0,-1 0-17 16,2-1-59-16,8-6-87 0,-15 6-148 0,15-6-157 15,0 0 155-15,-19 2 189 0</inkml:trace>
  <inkml:trace contextRef="#ctx0" brushRef="#br0" timeOffset="78511.49">7251 3624 412 0,'0'0'272'15,"0"0"-59"-15,0 0-38 0,-3-8-34 0,3 8-33 16,0 0-7-16,0 0-21 0,0 0-8 16,0 0-15-16,-16-2-2 0,16 2 5 0,0 0-14 15,-11 4 5-15,11-4 1 0,-12 9 11 16,12-9 6-16,-10 13-20 0,1-7 1 0,4 4-3 15,0-2-14-15,-2-1 3 0,2 4 10 0,0-3-22 16,-1 2 12-16,2-1-1 0,0-1 1 16,2 1-9-16,2-9 0 0,-4 16 9 0,4-16-16 15,-3 14 9-15,3-14-10 0,0 11 16 16,0-11-3-16,4 8-13 0,-4-8 2 16,0 0-7-16,13 4 2 0,-13-4-3 0,0 0-3 15,20-4-4-15,-20 4-3 0,17-9-11 16,-11 2-11-16,3 0-2 0,-1-1 1 0,1-2-4 15,-3 1-2-15,-1 0-12 0,0 2 25 0,1-4-8 16,-3 3 2-16,-3 8 9 0,9-16 10 16,-9 16 0-16,5-10 1 0,-5 10-24 0,0 0 26 15,3-12 1-15,-3 12 9 0,0 0-3 0,0 0 7 16,0 0-9-16,0 0 2 0,-4 12 3 16,4-12 2-16,-4 12 0 0,4-12 8 15,-1 12-14-15,1-12 16 0,-1 14-15 0,1-14 11 16,1 14-10-16,-1-14-1 0,1 15 5 15,-1-15-4-15,3 13-1 0,-3-13 3 0,5 10-8 16,-5-10-1-16,6 7-8 0,-6-7-4 16,0 0-23-16,17 3 2 0,-17-3-17 0,0 0 2 15,19-5-7-15,-19 5-19 0,15-9 15 0,-15 9-17 16,13-13 26-16,-5 5-1 0,-2 2 8 16,-1-3 10-16,-1 2 12 0,-4 7 24 0,9-12 6 15,-9 12-4-15,9-11 12 0,-9 11 0 0,5-8-6 16,-5 8-7-16,0 0 2 0,8-8-6 15,-8 8-6-15,0 0 29 0,0 0-15 0,0 0 13 16,0 0-1-16,12 6-13 0,-12-6 12 16,0 0 0-16,12 10-15 0,-12-10 7 15,0 0-1-15,11 6-7 0,-11-6-6 0,0 0 7 16,17 3-16-16,-17-3-12 0,0 0-10 16,15-3-19-16,-15 3-5 0,14-6 3 0,-14 6-9 15,13-11 16-15,-13 11 18 0,12-14 6 0,-6 7-5 16,-6 7 8-16,7-14 11 0,-4 5-6 15,-3 9 25-15,4-13-12 0,-4 13 12 0,2-12 1 16,-2 12 10-16,-1-9 3 0,1 9 2 0,0 0-1 16,0 0 3-16,0 0-7 15,0 0 13-15,0 0 4 0,0 0 6 0,-14 4 1 16,14-4-1-16,-5 12-1 0,0-3-4 0,1 0 18 16,3 1-28-16,-3 0-2 0,1 1 6 15,1 0-13-15,-2 5 4 0,3-5 4 0,-2 5-2 16,1-2-5-16,0 0 1 0,0 1-8 0,1-2-3 15,-2 3-4-15,-1-2-1 0,3 0-1 16,-3 1-2-16,3-2 2 0,-3 2-11 0,0-2 5 16,0-1-4-16,-2 1-1 0,1-4 0 15,-3 3-9-15,3-1-8 0,-3-3-17 0,1 0-32 16,-1 0-45-16,-1 0-35 0,9-8-78 16,-19 7-140-16,19-7-252 0,-15 5 191 15,15-5 105-15</inkml:trace>
  <inkml:trace contextRef="#ctx0" brushRef="#br0" timeOffset="80311.89">7825 3571 538 0,'0'0'262'0,"4"-11"-43"0,-4 11-32 16,0 0-11-16,0-14 1 0,0 14-35 0,0 0-40 15,1-10-4-15,-1 10-17 0,0 0 6 0,2-10-27 16,-2 10-15-16,0 0 0 16,0 0-26-16,0 0 14 0,0 0-6 0,0 0-13 0,0 0 5 15,0 0-1-15,0 0-9 0,-3 9-3 0,3-9 4 16,-4 13 16-16,3-4-4 15,-3 1 19-15,3 0-16 0,-2 1 9 0,1 0-11 0,-1 4 6 16,-2-2-4-16,4 2-3 0,-3 0 10 16,2-1-5-16,-1 2-7 0,2-5-6 15,-2 3-1-15,3-3-3 0,-1 1-7 0,1 1 8 16,0-2 1-16,0-1-11 0,0-10 3 16,2 19-1-16,-2-19 4 0,4 16-7 0,-4-16-3 15,8 12-9-15,-8-12-24 0,9 8-27 0,-9-8-34 16,10 6-28-16,-10-6-32 0,0 0-43 15,22 2-47-15,-22-2-83 0,15-3-145 0,-15 3 151 16,18-3 216-16</inkml:trace>
  <inkml:trace contextRef="#ctx0" brushRef="#br0" timeOffset="80847.6">8036 3665 645 0,'0'0'249'16,"-8"-8"-56"-16,8 8-40 0,0 0-46 15,0 0-18-15,0 0-17 0,0 0-16 0,0 0-7 16,-11-5-7-16,11 5-9 0,0 0 11 0,-8 7-4 16,8-7 11-16,-6 6 3 0,6-6 1 15,-7 11 2-15,7-11-23 0,-7 14 23 0,7-14-9 16,-7 17-12-16,7-17 13 0,-2 16-2 0,2-16-8 16,-3 19-20-16,3-19 20 0,0 17-6 15,0-17-1-15,1 14-9 0,-1-14-14 16,3 15 19-16,-3-15-16 0,8 10-3 0,-8-10 12 15,11 9-10-15,-11-9 6 0,14 6-3 16,-14-6 5-16,0 0-13 0,23 0-6 0,-23 0 15 16,18-2-20-16,-18 2 16 0,18-7-9 15,-18 7 0-15,16-12-3 0,-16 12-6 0,13-13 14 16,-6 7-13-16,-2-3 7 0,1 1 6 0,-1 0 2 16,-2-1-6-16,-3 9 11 0,6-13-8 15,-6 13-1-15,4-13 2 0,-4 13-2 0,1-10-3 16,-1 10-6-16,3-10 8 0,-3 10 1 0,0 0-6 15,0 0-7-15,1-11 0 0,-1 11-12 16,0 0-17-16,0 0-13 0,0 0-38 0,0 0-47 16,0 0-90-16,0 0-118 0,0 0-206 15,0 0 166-15,0 0 158 0</inkml:trace>
  <inkml:trace contextRef="#ctx0" brushRef="#br0" timeOffset="82555.89">8411 3741 521 0,'0'0'341'0,"0"0"-51"16,0 10-43-16,0-10-26 0,0 0-41 15,0 0-16-15,0 0-20 0,0 0-25 0,0 0-8 16,0 0-20-16,0 0-11 0,0 0-4 16,0 0-13-16,0 0-8 0,0 0-15 0,0-10 5 15,0 10-2-15,1-14-7 0,-1 14 0 0,4-15-2 16,-4 15-1-16,5-20-3 0,-1 12-6 15,0-2 5-15,-2 1-1 0,3 0-12 0,-1-1-1 16,-4 10 0-16,8-14-7 0,-8 14 0 0,5-14-1 16,-5 14-6-16,6-9-4 0,-6 9 2 15,0 0-4-15,9-7 1 0,-9 7-5 16,0 0 2-16,0 0 3 0,12 9-5 0,-12-9-3 16,6 12-1-16,-6-12 5 0,5 16 0 15,-1-7 3-15,-3 2 1 0,3-3-7 0,-3 2 1 16,2 1 6-16,1-1-1 0,0-2-2 0,-4-8 0 15,7 17-1-15,-7-17 3 0,8 12 5 16,-8-12 0-16,6 11 3 0,-6-11 3 0,8 6-3 16,-8-6 7-16,0 0 5 0,0 0-1 15,19 0-4-15,-19 0 7 0,10-6 0 0,-10 6 0 16,13-12-2-16,-8 5-4 0,0-1-3 16,-1-2-12-16,0-1-8 0,0 1-13 15,-3-1-16-15,3-2-13 0,-3 1-11 0,2 2-20 16,-2 0-24-16,-1 10-40 0,1-17-64 0,-1 17-125 15,1-13-309-15,-1 13 203 0,0 0 83 16</inkml:trace>
  <inkml:trace contextRef="#ctx0" brushRef="#br0" timeOffset="83362.31">7172 4248 810 0,'0'0'373'0,"0"0"-54"0,0 0-33 16,-2-9-33-16,2 9-35 0,0 0-43 0,0 0-40 15,0 0-27-15,0 0-25 0,0 0-15 16,0 0-11-16,0 0-14 0,0 0-5 0,1 17-8 15,-2-7-6-15,2 2-5 0,-1 2-4 0,-3 4-4 16,3 1-8-16,-1 0-20 16,1 4-21-16,-1 2-39 0,-2 0-58 0,3 0-30 0,-2-1-78 15,-1-4-113-15,3-1-285 0,4-2 199 16,-2-1 89-16</inkml:trace>
  <inkml:trace contextRef="#ctx0" brushRef="#br0" timeOffset="84137.42">7932 4246 811 0,'0'0'317'0,"-15"4"-61"16,15-4-44-16,-10 4-28 0,10-4-40 15,-13 9-11-15,13-9-22 0,-10 10-31 0,10-10-2 16,-10 13-16-16,2-7-7 0,8-6-15 15,-6 15 2-15,2-6-8 0,1-2-12 0,3-7-4 16,-2 19 5-16,2-19-9 0,0 15 4 0,0-15-5 16,1 17 7-16,-1-17-2 0,4 12-7 15,-4-12 11-15,8 13-5 0,-8-13 7 0,11 10 2 16,-11-10-2-16,13 5-2 0,-13-5-6 16,0 0 4-16,24 0-3 0,-24 0-3 15,19-5-4-15,-9 0 0 0,-1-1-3 0,0 0-5 16,1-2 6-16,1-2-6 0,-5-1 2 0,2 0 2 15,-2-3-6-15,-1 1 6 0,-1-1-1 16,-3 1-8-16,2 1 5 0,-3-1-7 0,0 3 4 16,-3 0-7-16,1 2-6 0,2 8 4 15,-11-13-18-15,11 13-8 0,-12-6-17 0,12 6-37 16,0 0-27-16,-27 2-50 0,27-2-63 16,-18 8-82-16,18-8-285 0,-18 10 181 0,12-3 124 15</inkml:trace>
  <inkml:trace contextRef="#ctx0" brushRef="#br0" timeOffset="84589.57">8472 4120 696 0,'0'0'271'0,"0"0"-27"15,0 0-47-15,9-7-14 0,-9 7-27 16,0 0-6-16,0 0-27 0,9-6-11 0,-9 6-15 16,0 0-18-16,0 0 1 0,6-8-16 0,-6 8-5 15,0 0 2-15,0 0-16 0,0 0 2 16,8-7-3-16,-8 7-4 0,0 0 6 16,0 0 11-16,0 0 19 0,0 0 7 0,5 9 1 15,-5-9-11-15,4 10-3 0,-4-10-15 16,5 17-8-16,-4-7-5 0,2 0-1 0,-2 2-13 15,0-1-5-15,2 3-14 0,-2-1-36 16,2 2-38-16,-2 1-53 0,3 0-53 0,-3-1-97 16,-1-2-176-16,0 0-315 0,-2-1 248 0,-1 0-7 15</inkml:trace>
  <inkml:trace contextRef="#ctx0" brushRef="#br0" timeOffset="87577.05">8991 3689 866 0,'0'0'325'16,"0"0"-81"-16,0 0-69 0,0 0-20 0,8 7-25 15,-8-7-29-15,4 7-8 0,-4-7-23 0,1 12-19 16,-1-12-11-16,5 17-9 0,-4-7 11 16,0 2-8-16,1 1-26 0,-1 2 12 15,-1-3-8-15,0 3-8 0,0-1-33 0,0-1 2 16,-1 2-20-16,1-3-17 0,-3 2-24 15,2-3-31-15,-1 0-34 0,-1 0-46 0,2-3-79 16,1-8-164-16,-5 16 144 0,5-16 242 16</inkml:trace>
  <inkml:trace contextRef="#ctx0" brushRef="#br0" timeOffset="87797.83">9010 3739 810 0,'0'0'412'0,"4"-10"-105"15,-4 10-62-15,5-12-42 0,-5 12-40 0,12-11-17 16,-3 3-33-16,-2 2-31 0,5-1-15 16,-3 1-37-16,1 1-23 0,0-1-41 0,-10 6-25 15,22-8-19-15,-22 8-35 0,18-6-34 0,-18 6-45 16,18-3-58-16,-18 3-285 0,0 0 161 15,20-2 172-15</inkml:trace>
  <inkml:trace contextRef="#ctx0" brushRef="#br0" timeOffset="87977.08">9042 3832 935 0,'0'0'378'15,"-7"9"-95"-15,7-9-53 0,0 0-40 0,0 0-38 16,0 0-31-16,0 0-38 0,19-6-33 0,-19 6-66 16,15-7-65-16,-2 3-124 0,-3-1-154 15,4 2-190-15,-14 3 164 0,22-6 159 0</inkml:trace>
  <inkml:trace contextRef="#ctx0" brushRef="#br0" timeOffset="88823.12">9176 4223 975 0,'0'0'256'0,"0"0"-200"0,0 0-187 16,0 0-236-16,13 5 119 0,-13-5 78 0</inkml:trace>
  <inkml:trace contextRef="#ctx0" brushRef="#br0" timeOffset="88967.81">9288 4270 1043 0,'0'0'463'16,"0"0"-126"-16,4 11-117 0,-4-11-102 16,0 0-121-16,8 8-179 0,-8-8-446 0,0 0 195 15,18 2 99-15</inkml:trace>
  <inkml:trace contextRef="#ctx0" brushRef="#br0" timeOffset="166707.97">5430 4959 742 0,'2'-10'364'16,"-2"10"-98"-16,0 0-58 0,3-9-32 16,-3 9-40-16,0 0-16 0,0 0-16 0,-3 8-25 15,3-8 1-15,-6 18-7 0,2-5-12 0,-2 3-4 16,-2 4 2-16,-2 5-11 0,-2 2 0 16,2 3 1-16,-5 4-5 0,-1 1-5 0,0-2-11 15,1 2-12-15,-2-2 6 0,1-2-11 0,3-4-2 16,1-2 5-16,2-5-6 15,1-1-8-15,0-1-18 0,-1-2-26 0,5-3-49 0,-3 1-51 16,3-5-88-16,5-9-137 0,-10 12-247 16,10-12 190-16,0 0 108 0</inkml:trace>
  <inkml:trace contextRef="#ctx0" brushRef="#br0" timeOffset="166899.29">5333 5066 935 0,'9'-9'370'0,"1"0"-96"0,0 1-49 0,4 2-24 16,-1-2-37-16,1-1-21 0,5 1-32 15,0 0-22-15,-1-1-20 0,5 3-21 0,0-1-15 16,-1 2-49-16,1 2-32 0,1-1-41 16,-4 2-69-16,-1 2-60 0,1-1-70 15,-20 1-289-15,30 1 174 0,-30-1 139 0</inkml:trace>
  <inkml:trace contextRef="#ctx0" brushRef="#br0" timeOffset="167131.71">5278 5260 875 0,'-10'10'363'0,"10"-10"-90"0,-7 8-47 0,7-8-51 16,0 0-29-16,0 0-40 0,8 10-6 0,-8-10-16 16,0 0-20-16,20 1-25 0,-20-1-31 15,22 0-19-15,-22 0-47 0,26 0-65 0,-26 0-42 16,25 1-45-16,-25-1-48 0,26 0-254 0,-26 0 158 16,21 1 187-16</inkml:trace>
  <inkml:trace contextRef="#ctx0" brushRef="#br0" timeOffset="167608.12">5190 5529 583 0,'0'0'424'0,"0"0"-82"0,19-1-53 0,-19 1-33 16,14-3-24-16,-14 3-21 15,18-5-39-15,-18 5-24 0,20-6-27 0,-7 2-26 16,0 3-18-16,-2-4-14 0,6 1-13 0,-3 1-11 15,2-1-8-15,1 1-17 0,0 1-20 16,-2-2-25-16,3 1-25 0,-3 1-32 0,-15 2-45 16,27-4-31-16,-27 4-57 0,22-3-75 0,-22 3-385 15,16-4 217-15,-16 4 58 0</inkml:trace>
  <inkml:trace contextRef="#ctx0" brushRef="#br0" timeOffset="167856.59">5691 5402 915 0,'8'-7'432'0,"-8"7"-99"0,0 0-60 0,9-9-47 16,-9 9-39-16,0 0-39 0,9-7-34 15,-9 7-21-15,0 0-21 0,0 0-13 0,0 0-16 16,0 0-7-16,0 0-8 0,0 0 0 0,-5 13-9 15,-2-3-4-15,1-1-5 0,-3 3-8 16,-5 1-10-16,2 3-7 0,-3-2-11 16,1 4-24-16,-1-4-31 0,1 2-47 0,-4 2-71 0,1-3-95 15,0-3-414-15,0 1 229 16,0-3 35-16</inkml:trace>
  <inkml:trace contextRef="#ctx0" brushRef="#br0" timeOffset="168116.66">5463 5465 800 0,'0'0'498'0,"9"-15"-111"0,-5 7-69 0,2 1-46 16,-6 7-47-16,13-13-30 0,-13 13-25 16,15-12-27-16,-6 6-28 0,2 1-21 0,-11 5-22 15,21-7-10-15,-21 7-14 0,24-6-9 16,-24 6-11-16,24 0-8 0,-24 0-9 0,23 6-8 15,-23-6-9-15,20 9-9 0,-13-4-9 16,3 0-9-16,-2 4-8 0,-3-1-9 0,-1 0-3 16,1 2-11-16,0 0-19 0,-4 0-17 0,2 1-50 15,-2 0-28-15,-1-1-40 16,0-10-76-16,-1 18-401 0,1-18 224 0,-1 16 47 0</inkml:trace>
  <inkml:trace contextRef="#ctx0" brushRef="#br0" timeOffset="168387.95">5787 5500 885 0,'6'-9'504'0,"-6"9"-108"0,8-7-66 16,-8 7-45-16,9-10-50 0,-9 10-26 0,6-8-17 16,-6 8 1-16,8-9-27 0,-8 9-19 0,9-7-28 15,-9 7-20-15,0 0-22 0,11-5-17 16,-11 5-7-16,0 0-8 0,0 0-9 0,8 8-9 15,-8-8 1-15,0 13-1 0,-4-4-12 0,3 1-3 16,-3 3-3-16,-1 0 0 0,-1 2 5 16,-1-1 3-16,2 0-5 0,0 1-7 15,0-2 5-15,-1 0-9 0,2 1-32 0,0-4-41 16,0 0-53-16,1-1-45 0,1 1-55 16,2-10-70-16,-7 11-150 0,7-11-451 0,0 0 281 15,0 0-127-15</inkml:trace>
  <inkml:trace contextRef="#ctx0" brushRef="#br0" timeOffset="168793">5865 5265 866 0,'-3'-12'349'0,"3"12"-84"0,0 0-51 15,0 0-27-15,0 0-22 0,-1-11-27 0,1 11-27 16,0 0-33-16,0 0-13 0,0 0-20 16,0 0-12-16,0 0 3 0,0 0-4 0,0 0-7 15,-3 11-17-15,3-11 15 0,-1 12-1 0,1-12 3 16,-2 19-4-16,2-19-5 0,-2 17 15 16,2-17 0-16,0 16 8 0,0-16 1 0,2 17 12 15,-2-17 11-15,2 11 11 0,-2-11 10 0,4 9-5 16,-4-9-14-16,0 0-14 15,11 5-11-15,-11-5-7 0,12-6-9 0,-12 6-2 0,16-17-11 16,-8 7 3-16,1-2-8 0,0-1-2 16,0-2-2-16,-3 0-8 0,2 0-1 15,-3-1-3-15,-1 2-3 0,2-1-7 0,-5 2-13 16,-2 1-15-16,0 4-25 0,-5 0-23 16,-2-1-25-16,0 4-21 0,-2 2-11 0,10 3 6 15,-26-4-10-15,26 4-39 0,-28 3-50 0,13-1-113 16,2 1-161-16,-1 3 158 0,4-1 183 15</inkml:trace>
  <inkml:trace contextRef="#ctx0" brushRef="#br0" timeOffset="169229.04">5949 5398 810 0,'0'0'328'0,"0"0"-35"16,0 0-27-16,0 0-19 0,4-10-35 16,-4 10-30-16,0 0-30 0,0 0-35 15,0 0-20-15,0 0-16 0,5-7-18 0,-5 7-4 16,0 0-12-16,0 0-6 0,6 7-8 15,-6-7 1-15,3 11-3 0,-3-11-2 0,0 14-7 16,0-14-4-16,1 18 13 0,-1-6-5 0,-1-1-6 16,1 2-1-16,0-1-4 0,1 0-2 15,-1 0-1-15,0-1 2 0,3 0 3 0,-1-2 5 16,1 0 5-16,-1 1 0 0,-2-10 5 0,8 14-11 16,-8-14 3-16,14 8-9 0,-14-8-3 15,0 0-3-15,24 0-12 0,-12-3-11 0,-12 3-13 16,21-13-12-16,-9 5-8 0,-1-3-11 15,1-1-14-15,-2 0-12 0,0-4-7 16,2 2 8-16,-5 0-3 0,0 1-11 0,-2 1-25 16,-2 1-34-16,-1 0-45 0,-2 11-63 15,-3-15-97-15,3 15-174 0,-6-12 161 0,6 12 171 16</inkml:trace>
  <inkml:trace contextRef="#ctx0" brushRef="#br0" timeOffset="169881.51">6186 5373 1043 0,'9'-9'454'0,"-9"9"-86"16,0 0-65-16,9-8-59 0,-9 8-55 15,0 0-35-15,0 0-38 0,10-8-20 0,-10 8-18 16,0 0-15-16,0 0-12 0,0 0-6 0,12 8-10 15,-12-8-8-15,2 11 1 0,-2-11-5 16,3 17-4-16,-4-9-4 0,-1 5-4 0,1-2 21 16,0 2-4-16,-2 1-1 0,-1 2 8 15,0-1 7-15,-1 1-8 0,0 0-12 16,0-1-2-16,0-2 4 0,0 1-14 0,0-2 5 16,0-2 0-16,1-1-5 0,-2 0 1 0,6-9-3 15,-8 15 1-15,8-15 0 0,-7 7-7 16,7-7-2-16,0 0-8 0,0 0 11 0,0 0-3 15,0 0-4-15,0 0-4 0,7-16 0 16,-2 7-4-16,4 0-14 0,1-2-6 0,-1 0 3 16,4 0 4-16,-2 2 1 0,2-2 5 0,1 2-2 15,-2 1-4-15,-1 0 6 0,-1 2 1 16,-10 6 1-16,21-8 5 0,-21 8 1 0,15-3 4 16,-15 3 2-16,15 3 0 0,-15-3 3 15,12 6 3-15,-12-6 0 0,7 8-1 0,-7-8 6 16,7 11-4-16,-7-11 3 0,2 7 5 15,-2-7-2-15,0 0 1 0,4 12 4 0,-4-12 0 16,0 0-2-16,0 0 3 0,0 0 3 16,0 11 5-16,0-11 1 0,0 0-1 0,0 0-4 15,0 0 2-15,6-11-6 0,-6 11-1 16,10-13-4-16,-4 7-6 0,4-5 1 0,-2 1-1 16,2-1-1-16,3 0-4 0,-2 0 0 0,1 1 1 15,2 0 2-15,-3 2-1 0,1-2-2 16,-1 4 2-16,-2 1 3 0,-9 5-6 0,17-7 6 15,-17 7 0-15,0 0-3 0,0 0 8 0,19 4-4 16,-19-4 4-16,6 10 3 0,-6-10-6 16,0 17 3-16,0-6-6 0,-4 0 2 15,3 1 0-15,-3-1-20 0,2 3-35 0,-2 0-51 16,-1-1-59-16,-2-1-88 0,0-2-130 16,-2 0-484-16,1 1 276 0,-2-3-102 0</inkml:trace>
  <inkml:trace contextRef="#ctx0" brushRef="#br0" timeOffset="170448.1">5473 5864 987 0,'0'0'413'0,"0"0"-94"15,0 0-59-15,4-10-41 0,-4 10-37 0,10-7-27 16,-10 7-29-16,18-8-22 0,-18 8-23 16,22-7-15-16,-22 7-8 0,24-4-13 0,-24 4-8 15,28-3-8-15,-28 3-6 0,24 3-7 0,-24-3-4 16,22 6 0-16,-22-6-1 0,11 14-4 15,-8-3 1-15,-2-1-3 0,-2 2 2 0,-3 4-1 16,-1-2-2-16,-3 5 3 0,-3-1 7 0,-2 1 2 16,-2 2 12-16,-1-3 15 15,0 1 17-15,2-3 10 0,-1-1-6 0,2-1-1 16,4-3 1-16,-3 0-5 0,5-2-5 0,-1-1-7 16,3-1 3-16,5-7 8 0,-9 12-8 15,9-12-12-15,0 0-5 0,3 13-1 0,-3-13-15 16,11 4-29-16,-11-4-30 0,23 2-37 15,-23-2-48-15,33 0-55 0,-16-5-71 0,2 2-87 16,0-2-124-16,3-3-345 0,-2-1 262 0,1 1-56 16</inkml:trace>
  <inkml:trace contextRef="#ctx0" brushRef="#br0" timeOffset="170804.14">5903 5909 1060 0,'5'-8'533'0,"-5"8"-117"15,0 0-86-15,5-9-82 0,-5 9-46 16,0 0-35-16,0 0-39 0,0 0-21 0,0 0-23 16,0 0-16-16,0 0-3 0,0 0-13 15,-9 5-4-15,9-5-9 0,-5 14-6 0,0-5 1 16,4 1-7-16,-3 1-2 0,3-2-6 0,-2 2-4 16,3 0 10-16,-1-2 4 0,1-9 9 15,0 19 18-15,0-19 0 0,4 18-10 0,-4-18-3 16,5 16-8-16,-5-16 2 0,10 7-10 0,-10-7-6 15,0 0-11-15,18 2-3 16,-18-2 3-16,18-8 1 0,-9 1-7 0,1-1-7 16,0-3-10-16,-1-2 0 0,0-2-2 0,0 0-9 15,-3-2 9-15,-2 2 0 0,0-2 8 16,-3 5-1-16,-2-1-3 0,-3 2-1 0,-1-1 2 16,-3 2 1-16,-3 2 3 0,1 1-20 0,-3 2-16 15,13 5-24-15,-23-3-42 0,23 3-40 16,-26 2-50-16,26-2-68 0,-23 7-119 15,23-7-482-15,-20 8 276 0,20-8-105 0</inkml:trace>
  <inkml:trace contextRef="#ctx0" brushRef="#br0" timeOffset="172248.37">7269 5278 460 0,'4'-13'333'0,"-4"13"-49"0,5-12-39 16,-5 12-27-16,3-13-26 0,-3 13-27 0,1-12-18 15,-1 12-34-15,0 0 1 0,4-13-28 16,-4 13-23-16,0 0-10 0,0 0-5 15,0 0-13-15,0 0-13 0,0 0 17 0,0 0-6 16,-8 19-4-16,8-5 3 0,-2 4-6 16,-1 5-4-16,2 4-5 0,-3 5-5 0,0 1-6 15,0 3-11-15,2 7-30 0,-1-6-65 0,-1 0-87 16,2-4-126-16,-1 0-369 0,1-5 218 16,-1-4 57-16</inkml:trace>
  <inkml:trace contextRef="#ctx0" brushRef="#br0" timeOffset="173100.03">8065 5180 591 0,'0'0'329'0,"0"0"-37"0,17-4-55 0,-17 4-9 16,0 0-9-16,0 0-14 0,15-3-22 0,-15 3-24 16,0 0-23-16,0 0-18 15,17 3-16-15,-17-3-9 0,8 5-8 0,-8-5-11 16,11 14-8-16,-7-4-9 0,1 2-12 0,-3 5-8 15,3-2-7-15,-2 7-3 0,-2 2-5 16,0 1-10-16,2 3-24 0,-3 8-40 0,0-3-75 16,0 3-110-16,0-3-106 0,0-3-127 0,1 2-195 15,-1-4 211-15,3-3 68 0</inkml:trace>
  <inkml:trace contextRef="#ctx0" brushRef="#br0" timeOffset="173960.15">8732 5173 519 0,'-11'-3'250'0,"11"3"-60"16,0 0-21-16,-16-6-33 16,16 6-17-16,0 0-13 0,0 0-20 0,-19 0-12 15,19 0-6-15,0 0 1 0,-13 9-1 0,13-9 11 16,-8 13 5-16,4-2-16 0,0-2 7 16,3 3-6-16,-2 2-18 0,2-1 13 15,-2 2-17-15,2 1 13 0,1 0-7 0,0 1-10 16,0-3-2-16,0-1-7 15,1 1 13-15,2-1 1 0,-1-1 8 0,2-2 3 0,0 0 8 16,1-2-2-16,3-1-5 0,-8-7-12 16,14 7-6-1,-14-7-9-15,19 4-9 0,-19-4-10 0,27-8-12 16,-16 2-1-16,2-2-2 0,2-5 0 16,1 0-1-16,-4-1 2 0,0-3-1 15,-1-2-3-15,1-1 2 0,-4 1-3 0,-2 0 0 16,-1 1-2-16,-4 3-4 0,-1 1 3 0,0 1-6 15,-5 1 3-15,0 1-4 0,-3 3 2 0,1 2-5 0,7 6-19 0,-19-8-21 0,19 8-48 16,-21-3-57-16,21 3-87 0,-19 4-153 0,19-4-244 16,-16 10 203-16,16-10 83 0</inkml:trace>
  <inkml:trace contextRef="#ctx0" brushRef="#br0" timeOffset="175965.28">9249 4248 400 0,'0'0'238'0,"0"0"-43"15,0 0-11-15,0 0-12 0,0 0-18 16,-12 5-1-16,12-5-16 0,0 0 1 0,0 0-4 15,0 0-13-15,0 0 3 0,0 0-14 0,0 0-14 16,0 0-14-16,0 0-9 0,0 0 3 16,-6-7-1-16,6 7-3 0,0 0-5 0,4-12-9 15,-4 12-1-15,5-11-3 0,-5 11-6 0,13-13-4 16,-6 6-8-16,2-3-3 0,2 3-4 16,0-1-4-16,0 1-5 0,1 0 0 0,2 0-8 15,-3 1-4-15,2 0 0 0,-3 2-3 16,-10 4-4-16,22-6-10 0,-22 6-3 15,17-3-1-15,-17 3-6 0,0 0 3 0,17 2 4 16,-17-2 1-16,0 0-4 0,8 9 5 16,-8-9-6-16,-1 12 4 0,1-12 0 0,-8 16 4 15,3-6 3-15,-1-2-3 0,-3 1 5 0,1 2-1 16,-2-2 2-16,1 1-2 0,0 0 1 16,1-3 5-16,1 1-4 0,-1-1 5 0,2 0-3 15,6-7 0-15,-9 11 2 0,9-11 1 0,-9 8-1 16,9-8-3-16,-1 10 2 0,1-10 5 15,0 0 1-15,6 11-6 0,-6-11 1 0,10 7 3 16,-10-7-2-16,14 6 0 0,-14-6 0 16,18 6-4-16,-18-6 3 0,19 6-1 15,-19-6-2-15,18 7 4 0,-18-7 0 0,14 7 3 16,-14-7 1-16,9 9 4 0,-9-9 2 16,1 12 2-16,-1-12-1 0,-2 15-1 0,2-15 1 15,-9 14 1-15,0-6 1 0,0 2 0 0,0-3-1 16,-1 1-3-16,-2-1 0 0,2 0-3 15,0-1-3-15,0 1-2 0,10-7-14 0,-18 8-19 16,18-8-34-16,-14 7-72 0,14-7-127 0,0 0-211 16,0 0-270-16,0 0 242 15,-8-6 8-15</inkml:trace>
  <inkml:trace contextRef="#ctx0" brushRef="#br0" timeOffset="177005.39">9518 5067 725 0,'0'0'384'0,"6"-11"-88"0,-6 11-68 0,0 0-51 16,4-9-48-16,-4 9-17 0,0 0-26 15,0 0-13-15,0 0-23 0,0 0-6 16,0 0-7-16,-11 7-6 0,11-7-6 0,-11 15-9 16,5-6-14-16,1 2 16 0,-1 1-16 0,-2 1 11 15,0 0-1-15,1-1-11 0,-1 2 13 16,0-4 0-16,2 3 6 0,0-4 5 0,-1 1 3 15,2-2 6-15,5-8-2 0,-8 14 9 0,8-14 7 16,-5 12 3-16,5-12-6 0,3 11-6 16,-3-11-8-16,9 6-8 0,-9-6-22 0,19 7-17 15,-19-7-36-15,23 3-47 16,-23-3-42-16,28 3-58 0,-28-3-51 0,31-2-63 16,-31 2-261-16,28-3 173 0,-28 3 140 0</inkml:trace>
  <inkml:trace contextRef="#ctx0" brushRef="#br0" timeOffset="177276.77">9633 5192 488 0,'0'0'295'0,"-3"-11"-28"16,3 11-13-16,0 0-17 0,-1-10-5 0,1 10-21 15,0 0-5-15,0 0-19 0,-1-11-21 16,1 11-21-16,0 0-14 0,0 0-17 0,0 0-17 15,0 0 1-15,0 0 3 0,0 0 10 16,0 0-6-16,0 0-9 0,0 0-6 16,-2 14-10-16,2-14-14 0,2 17-9 0,-1-6-12 15,0 1-8-15,-1 0-5 0,3 1-6 0,-2 1-6 16,0 0-7-16,1 3-10 0,0-3-42 16,-1-1-41-16,1 1-65 0,-1-3-83 0,2 1-133 15,-3-12-626-15,1 18 300 0,-1-18-195 16</inkml:trace>
  <inkml:trace contextRef="#ctx0" brushRef="#br0" timeOffset="181980.24">7209 7261 914 0,'0'0'414'0,"-8"-6"-77"0,8 6-53 16,0 0-37-16,0 0-48 0,-11-5-41 0,11 5-33 15,0 0-27-15,0 0-18 0,0 0-10 16,-9 7 1-16,9-7 6 0,-5 20-4 0,5-6 11 16,1 5 7-16,3 6 4 0,5 5 16 0,2 8-11 15,5 0 4-15,7 1-8 0,5 8-1 16,5 0-13-16,8-3 9 0,5 1 4 0,6-4 3 15,4 0 0-15,8-5-21 0,6-1-5 16,4-5-16-16,5-5-8 0,3-5-7 0,1-4 8 16,1-1 10-16,0-9-17 0,-1-2-4 0,-3-4-9 15,-2-1-9-15,-1-5 5 16,-8-3-11-16,-13 0 0 0,-4-1 0 0,-6-1-9 16,-4-1-2-16,-9 1-10 0,-5 0-9 0,-6 0-23 15,-4 1-5-15,-8 1-7 0,-1-2-12 16,-9 11 11-16,5-15-4 0,-5 15 12 0,-6-13 6 15,6 13 4-15,-14-9 0 0,14 9-4 0,-21-11-10 16,21 11-38-16,-20-7-18 0,20 7-36 16,-22-3-47-16,22 3-49 0,-24-3-64 0,24 3-130 15,-20 0-495-15,20 0 289 0,-17-1-148 0</inkml:trace>
  <inkml:trace contextRef="#ctx0" brushRef="#br0" timeOffset="182267.13">8620 7742 848 0,'0'0'535'0,"0"0"-116"15,0 0-70-15,0 0-63 0,0 0-45 0,0 0-21 16,0 0-22-16,0 0-26 0,0 0-13 16,4 10-16-16,-4-10-23 0,14 4-21 0,-14-4-25 15,20 5-11-15,-6 1-10 0,0-1-11 16,-1 1-8-16,1 1 20 0,0 0-12 15,0 1-9-15,-1-1-14 0,1 4 3 0,-3-2-7 16,0 0 3-16,-1 2-8 0,-4 2 4 16,-2 1 3-16,-3-2-1 0,-1 3-10 0,-2 2 4 15,-6 1-1-15,-1 3-15 0,-1 4 1 0,-3-1-35 16,-1-1-43-16,3-1-52 0,-6 1-60 16,4-1-77-16,-2 0-138 0,5-6-588 0,-3 1 303 15,3-5-205-15</inkml:trace>
  <inkml:trace contextRef="#ctx0" brushRef="#br0" timeOffset="183539.92">9361 7994 1085 0,'0'0'431'0,"0"0"-101"0,0 0-61 0,5 9-51 16,-5-9-48-16,0 0-31 0,0 0-18 15,0 10-19-15,0-10-11 0,0 0-12 16,-1 9 7-16,1-9 3 0,0 0 7 0,0 0 13 16,0 11 6-16,0-11 4 0,0 0 5 0,0 0-14 15,0 0-27-15,0 0-27 0,0 0-9 16,1-16-3-16,2 5-20 0,-2-4 16 0,2-4-9 16,-2-4-2-16,0-2-25 0,4-6-14 15,-2-2 0-15,-1 0-6 0,2-2 3 16,-1 1 0-16,2 1-6 0,-1 3 7 0,-3 5 15 0,3 2-3 15,1 2-9-15,-3 4-3 0,1 1-3 16,-2 3 7-16,2 2 0 0,-2 2 6 16,-1 9-12-16,5-11-1 0,-5 11 12 0,0 0 6 15,0 0-2-15,8 12 1 0,-7-1 0 16,-1 2 1-16,3 2-11 0,-1 4 24 0,-1 5-12 16,3 0 4-16,-3 1 6 0,2 0-17 0,0 0 14 15,-1-1 6-15,1-1-1 0,-2-4-2 16,3 0-8-16,0-3 13 0,-3 0 7 0,4-4 1 15,-2-1 25-15,0-3 5 0,-3-8-14 0,11 9-9 16,-11-9-8-16,16-3-20 0,-6-5 1 16,1-2-3-16,4-7-20 0,-1-3-1 0,4-5-17 15,0-5-2-15,1-2 11 0,1 0 14 16,1 2-4-16,-2 1 2 0,-5 4-8 16,1 5 13-16,-3 2-8 0,-1 4 9 0,-2 2 5 15,-1 1-5-15,-2 4 1 0,-6 7 0 16,14-7 8-16,-14 7 11 0,0 0 7 0,13 7 7 15,-9 2 4-15,-3 0 12 0,1 5-2 0,1 1 4 16,-3 4-1-16,1 0 8 0,-1 7-7 16,0 0-3-16,0 1-13 0,-1 2-1 0,1 4-3 15,0-4-8-15,0 0 0 0,-1-1 0 0,1-2-6 16,0 2-5-16,1-5-2 16,-1-2-13-16,0-2-18 0,0-1-43 0,0-4-62 15,0-1-43-15,0-2-68 0,0-11-87 0,-1 16-189 16,1-16-506-16,0 0 307 0,0 0-224 15</inkml:trace>
  <inkml:trace contextRef="#ctx0" brushRef="#br0" timeOffset="183971.75">9949 7720 1318 0,'5'-9'511'0,"-5"9"-81"16,12-14-82-16,-6 8-62 0,-6 6-37 15,13-12-46-15,-13 12-45 0,11-7-28 0,-11 7-21 16,0 0-28-16,14-3-5 0,-14 3-11 16,8 7-6-16,-8-7-7 0,5 16 17 15,-1-5-3-15,-3 4-10 0,0 2-7 0,-1 1 5 16,0 3-2-16,-1-2-3 0,1 6 2 16,-2-2-3-16,-2 1 9 0,1-1-6 0,1 2 11 15,-2-3-5-15,1 0-6 0,1 0-9 0,-1-4-5 16,1 2-5-16,-1-4-10 0,-1 0-1 15,3-1 0-15,-3-1-10 0,3-2-1 0,-1-2 2 16,0 1 2-16,2-11 1 0,-4 17 8 16,4-17 4-16,-1 15 3 0,1-15 2 0,-1 10 5 15,1-10-2-15,-3 10-4 0,3-10-3 16,0 0 0-16,0 0-5 0,0 12-1 0,0-12-5 16,0 0-5-16,0 0-2 0,0 0-4 15,19-3 0-15,-19 3-4 0,18-6-3 0,-18 6 1 16,27-7-3-16,-9 1-13 0,2 0-31 0,2 0-30 15,5-1-50-15,1-2-30 0,1-1-44 16,2 0-42-16,-2-1-51 0,-1 0-63 0,-5 3-71 16,-1 1-111-16,-2-3-390 0,-4 3 288 15,-3 2-151-15</inkml:trace>
  <inkml:trace contextRef="#ctx0" brushRef="#br0" timeOffset="184906.12">9880 7157 378 0,'-19'-4'197'0,"-4"1"-44"0,-1 0-29 16,-3 3-25-16,-2 0-23 0,-2 2-12 0,-5 2-8 15,-2 0-4-15,-4 5-5 0,-4 0 12 16,0 4 29-16,0 2 22 0,-7 6 13 0,-1 0 1 16,2 8-13-16,2 0 8 0,3 3-6 0,1 4-13 15,3 3 9-15,3 4-3 0,3 3-8 16,5 4-3-16,4 4-5 0,4 2-5 0,6 4-5 16,4 3 1-16,5 4-8 0,4 2-2 0,6-1 5 15,7 1 11-15,6 0-2 0,5 1-12 16,9-3-14-16,5-4-5 0,7-2 5 15,8-6 5-15,7-3 4 0,6-6 0 0,19 2-3 16,-11-13-19-16,6-6-9 0,1-5-1 16,6-5 2-16,2-8 20 0,-1-5 51 0,5-4 14 15,0-7 17-15,0-3-8 0,0-9-12 16,-4-2-16-16,-2-4-20 0,-3-4-11 0,-6-6-18 16,-4-3-9-16,-7-5-15 0,-4-5-13 0,-6-2-6 15,-6-6-6-15,-7-2-7 0,-7-6-7 16,-4-1-4-16,-9-4 3 0,-5-1-13 0,-6 1-4 15,-8-2 0-15,-8-1 1 0,-7 4-9 0,-8 0 1 16,-10 3 6-16,-8 4 8 16,-6 4 0-16,-9 1-5 0,-17-2 9 0,9 14-3 15,-3 4-6-15,-6 3-11 0,-3 4-15 0,-1 5-25 16,-5 4-18-16,3 5-16 0,-4 6-18 16,0 3-34-16,3 5-41 0,1 4-43 0,-3 6-68 15,6 4-118-15,-2 5-487 0,1 4 287 16,1 2-143-16</inkml:trace>
  <inkml:trace contextRef="#ctx0" brushRef="#br0" timeOffset="200680.03">10614 8476 824 0,'0'0'383'0,"0"0"-74"0,0 0-37 15,0 0-31-15,0 0-15 0,7-6-17 0,-7 6-25 16,13-3-15-16,-13 3-13 0,23-5-16 15,-23 5-14-15,32-3-18 0,-13 1-7 0,3 2-13 16,1 0-9-16,0 0-16 0,5 0-1 0,-3 2-18 16,1-1-7-16,1 2-4 0,-2 2-9 15,-1-1 0-15,1 0-12 0,-5 2-9 0,2 0-4 16,-5-1-6-16,-1 1 11 0,-2-2-6 16,-4 1 7-16,-10-5-13 0,22 9-4 0,-22-9-2 15,15 7-22-15,-15-7-18 0,9 8-49 0,-9-8-61 16,0 0-71-16,6 10-98 0,-6-10-145 15,0 0-307-15,0 0 255 0,0 0-33 16</inkml:trace>
  <inkml:trace contextRef="#ctx0" brushRef="#br0" timeOffset="200992.66">11135 8418 1074 0,'0'0'455'0,"0"-11"-94"0,0 11-58 0,0 0-45 0,0 0-45 16,0 0-23-16,4-8-18 0,-4 8-25 0,0 0-9 16,0 0-22-16,13 4-14 0,-13-4-13 15,14 7-21-15,-14-7 0 0,17 9-22 16,-8-3 2-16,2 0 6 0,-1 1-9 0,-1 0-13 16,1 1 4-16,-2-2-10 0,0 1-15 15,-2-1-1-15,2 1-3 0,-8-7 4 0,9 15 7 16,-9-15-4-16,4 13 0 0,-4-13-10 0,-3 15 1 15,-1-6 5-15,-1 1-10 16,-5 0 3-16,-2 1-4 0,-2 2 1 0,-1 0-27 0,-4 0-37 16,1 4-38-16,-5-3-39 0,3 3-47 15,-1 2-39-15,-2-2-67 0,3 1-96 0,2-1-465 16,1-3 274-16,3-1-96 0</inkml:trace>
  <inkml:trace contextRef="#ctx0" brushRef="#br0" timeOffset="201428.61">11454 8712 906 0,'0'0'530'16,"9"-5"-92"-16,-9 5-46 0,10-6-50 15,-10 6-34-15,0 0-9 0,12-5-38 0,-12 5-49 16,0 0-47-16,0 0-35 0,12-6-26 0,-12 6-25 15,0 0-6-15,5 9-12 0,-5-9 5 16,2 19-15-16,-4-5-11 0,-1 5-6 0,-1 6-7 16,-1 5-2-16,0 2 1 0,-3 8-5 15,-2 0-1-15,2-1-4 0,1 1 2 16,-1 0 3-16,-1-2-3 0,4-5-3 0,0-1-11 16,1-1-2-16,-1-2 8 0,1-4-7 15,-2-1-25-15,2-3-50 0,-1 1-57 0,1-3-64 16,-1-4-76-16,-1 1-73 0,-2-4-129 0,4-3-535 15,-1 0 304-15,5-9-208 0</inkml:trace>
  <inkml:trace contextRef="#ctx0" brushRef="#br0" timeOffset="201605.31">11222 9213 857 0,'-5'-9'549'0,"5"9"-128"15,0 0-81-15,0-14-78 0,0 14-62 16,10-9-38-16,-10 9-53 0,14-10-61 0,-3 4-69 16,1 0-72-16,2 1-54 0,3 0-76 0,0-1-74 15,0 1-390-15,0-1 221 0,2 2 53 16</inkml:trace>
  <inkml:trace contextRef="#ctx0" brushRef="#br0" timeOffset="202009.03">11521 9110 678 0,'0'0'458'0,"0"0"-91"0,11 3-63 16,-11-3-45-16,0 0-30 0,0 0-36 0,0 0-20 16,14 5-31-16,-14-5-8 0,0 0-11 0,0 0-18 15,12 6-16-15,-12-6-15 0,8 6-9 16,-8-6 7-16,13 8-11 0,-13-8-21 0,13 8-2 16,-13-8 2-16,17 8-7 0,-17-8 1 0,16 6 5 15,-16-6-13-15,22 5-3 0,-22-5 3 16,23 1-12-16,-23-1 5 0,24-3-5 0,-24 3-6 15,23-7-14-15,-9 1 12 0,-1 0-17 0,-2 0 4 16,1-3-3-16,-2-1-1 16,-1 1 3-16,-1-1-8 0,-2 1-1 0,-1-1 8 15,-1 0 4-15,-4 10-4 0,1-16-3 16,-1 16 9-16,-1-13 6 0,1 13-8 0,-8-10 5 16,8 10-4-16,-10-6 13 0,10 6 5 0,0 0 6 15,-27 5 6-15,16 1 6 0,-3 2 15 16,1 2 5-16,-2 2-1 0,-1 2 4 0,4 1-8 15,-1 0-9-15,-1 2-6 0,4-1-6 0,1 2 2 16,1-2-14-16,-1-1 7 0,4-1-11 16,3 1-7-16,-1-3 6 0,3-1-2 0,1 0-19 15,3 0-52-15,4-3-32 0,2-1-19 0,4 3-27 16,1-5-89-16,7-1-109 0,-2 0-141 16,3-4-404-16,4-2 280 0,0-2-120 15</inkml:trace>
  <inkml:trace contextRef="#ctx0" brushRef="#br0" timeOffset="202240.02">12082 9130 1022 0,'7'-6'507'0,"-7"6"-71"0,9-13-60 0,-9 13-73 15,8-10-32-15,-8 10-46 0,5-7-44 0,-5 7-38 16,0 0-34-16,9-9-18 0,-9 9-15 16,0 0-20-16,0 0-8 0,0 0-6 0,-5 8-5 15,5-8-5-15,-9 15-6 0,4-4 14 16,-4 3-1-16,-1 2-3 0,1 3-7 15,-5 1-3-15,-1 2 3 0,-1 0-13 0,1-1-5 16,0 1 9-16,-2-3-7 0,-1 0-9 16,4-2-13-16,1-2-35 0,-2 0-56 0,2-1-58 15,2-5-64-15,-2 1-69 0,3-3-115 0,-1-2-538 16,11-5 291-16,-17 3-163 0</inkml:trace>
  <inkml:trace contextRef="#ctx0" brushRef="#br0" timeOffset="202468.12">11823 9251 1188 0,'4'-13'458'0,"-4"13"-43"16,2-13-66-16,-2 13-47 0,8-13-28 15,-8 13-26-15,11-11-8 0,-11 11-32 0,15-11-38 16,-15 11-23-16,20-8-33 0,-20 8-10 16,25-4-34-16,-25 4-2 0,27 0-24 0,-27 0-4 15,27 4-6-15,-13 2-11 0,0 0-8 0,-1 3 1 16,-2 1-10-16,0 1-1 0,0-1-27 15,-3 2-31-15,-2-1-40 0,-1 2-38 0,0-4-22 16,-2 2-18-16,-1-2-34 0,-2-9-35 0,3 16-79 16,-3-16-154-16,2 10-371 0,-2-10 271 15,0 0-87-15</inkml:trace>
  <inkml:trace contextRef="#ctx0" brushRef="#br0" timeOffset="202763.55">12318 8976 1413 0,'10'-16'563'0,"0"-1"-90"16,1 2-68-16,0 0-38 0,3 1-42 15,-5 2-26-15,1 0-35 0,0 3-53 0,-1-1-48 16,-1 3-34-16,0 0-27 0,-8 7-22 16,11-9-19-16,-11 9-10 0,0 0-2 0,0 0-9 15,14 6-8-15,-14-6-10 0,2 21 3 0,-4-5-7 16,-2 2 0-16,-1 6-5 15,-2 2-4-15,-5 5 3 0,2 5-2 0,-3-1 5 16,0 2-2-16,3-1-2 0,1-4-4 0,2-1-1 16,2 0-5-16,1 0 1 0,1-6-4 15,-1-1-5-15,3-5-35 0,0-1-33 0,-2-3-30 16,2-2-25-16,1 0-46 0,-1-4-50 0,1-9-116 16,0 13-179-16,0-13-601 0,0 0 342 15,0 0-300-15</inkml:trace>
  <inkml:trace contextRef="#ctx0" brushRef="#br0" timeOffset="202955.1">12324 9171 1202 0,'0'0'453'16,"-15"-2"-79"-16,15 2-73 0,0 0-52 15,0 0-20-15,0 0 0 0,0 0-1 0,0 0-20 16,0 0-46-16,0 0-25 0,0 0-28 0,18-4-43 15,-18 4-61-15,33-2-85 0,-14 1-103 16,0-1-123-16,-1-1-155 0,4 2-456 0,-1 0 286 16,0-1-142-16</inkml:trace>
  <inkml:trace contextRef="#ctx0" brushRef="#br0" timeOffset="204005.42">12865 8829 938 0,'0'0'467'0,"5"-13"-70"0,-5 13-39 0,8-12-49 0,-8 12-38 15,5-10-24-15,-5 10-30 0,5-8-23 16,-5 8-40-16,0 0-34 0,9-10-22 16,-9 10-21-16,0 0-16 0,0 0-10 0,6 9-11 15,-6-9-3-15,0 20-5 0,-1-5-3 0,0 3 1 16,-3 6-9-16,0 2-7 0,-5 4 4 15,3 3 0-15,-2 4 11 0,-3 1 9 0,-2 2-13 16,1-5 5-16,0 0-15 0,0-5 5 16,2-3-5-16,-3-1-10 0,3 0 1 0,1-6-18 15,0-3-42-15,2 2-57 0,0-5-59 0,2 0-75 16,-1-4-121-16,6-10-229 0,-9 12-294 16,9-12 280-16,0 0-120 0</inkml:trace>
  <inkml:trace contextRef="#ctx0" brushRef="#br0" timeOffset="204522.64">12803 8988 923 0,'3'-12'474'0,"1"4"-90"0,3-4-52 16,0 0-54-16,6 0-50 0,1-2-37 0,3-1-40 15,2 0-26-15,4 1-25 0,1 0-20 0,4 1-18 16,0 1-17-16,0 1-7 15,3 3-10-15,-6 0-13 0,0 5-11 0,0-1-9 0,-5 4-3 16,0 3 0-16,-4 1 0 0,0 2 7 16,-4 4 0-16,0 2-8 0,-3 2 5 15,-4 2 5-15,-3 0-5 0,-2 3 4 0,-4 4 1 16,-2-1 1-16,-3 4-1 0,-1 1 6 16,-5-1-2-16,-1 0-1 0,-4 2 6 0,2-6-3 15,0 1 0-15,-1-6-4 0,1 1 5 0,1-5 1 16,1-1 0-16,2-3 6 0,1-2 1 15,1-1 10-15,12-6-7 0,-17 6-9 0,17-6 5 16,0 0 1-16,-15-3-12 0,15 3 2 16,0 0-5-16,1-16-1 0,5 10 0 0,2-2 3 15,4 0-6-15,0 0-1 0,2 1 4 16,4 2 0-16,0 1 1 0,2 1-4 0,2 2-3 16,-4 1 3-16,2 0-2 0,-1 3 3 15,-2 1 0-15,1 3 3 0,-7 2 4 0,1 0-3 16,-2 4 5-16,-5 0 3 0,-1 1 10 15,-4-1 14-15,-3 3 4 0,-3 3-1 0,-5-1 18 16,-5 2-2-16,-3-1 0 0,1 0 4 0,-5-1 3 16,0-1 8-16,-1-3-13 0,1-1-4 15,1-2-9-15,1-4-8 0,-1-1-1 0,-1 1-21 16,4-5-43-16,0 1-51 0,0-3-57 0,0-2-64 16,2-1-91-16,-2-3-128 15,6-2-561-15,-1 0 299 0,5-2-192 0</inkml:trace>
  <inkml:trace contextRef="#ctx0" brushRef="#br0" timeOffset="205316.17">13361 9225 1089 0,'13'-6'486'0,"0"3"-108"0,-3-1-69 0,2-1-71 16,0-1-51-16,0 1-38 0,-1-1-26 15,-2 0-26-15,-1 0-12 0,1-1-9 16,-2 1-13-16,1-2-2 0,-8 8-5 0,10-11-4 16,-10 11-3-16,8-11 0 0,-8 11-10 15,8-10-5-15,-8 10-6 0,0 0-1 0,2-7-20 16,-2 7 14-16,0 0-1 0,0 0 4 0,-12 4 9 16,5 3 12-16,-1 2 0 0,1 3 10 15,-5 4 6-15,2 2 5 0,1 1-24 0,-4 4-1 16,3 2-10-16,1 0-9 0,0-1-4 0,3-3 1 15,1 1 3-15,1-4-1 0,0-3-8 16,0 2 10-16,4-5-7 0,-2 1-2 0,2-5-2 16,0-8 11-16,2 15-23 0,-2-15-15 15,9 6-33-15,-9-6-8 0,16-3-19 16,-16 3 1-16,20-12-11 0,-10 4 3 0,4-4 8 16,-1-4 10-16,0-1 6 0,-2 0 14 15,-2-1 12-15,3 2 9 0,-6 1 1 0,0 2 6 16,1 1 10-16,-5 0 0 0,3 5 3 0,-5 7 0 15,3-12-5-15,-3 12 8 0,0 0 11 16,-8-7 5-16,8 7 7 0,0 0 12 0,-10 9 3 16,10-9 21-16,-9 15 7 0,5-7-5 0,-1 2 15 15,3-1 2-15,1 2-9 0,1-2-3 16,0-9-2-16,2 19-15 0,3-9-13 16,-1-2 6-16,2-1-19 0,2 0 1 15,3-3-14-15,-11-4-23 0,23 5-14 0,-23-5-7 16,31-2-9-16,-13-2 8 0,-3-2 4 0,4-2-8 15,2-2-14-15,-3-2 6 0,3-5-3 16,-2 1 5-16,-1-2 2 0,0 0-1 0,-5 1 9 16,1 2 17-16,-7 2-7 0,1 1 17 0,-4 0 2 15,0 4-2-15,-4 8 13 0,0-15 3 16,0 15 3-16,-4-10 19 0,4 10-6 16,0 0 5-16,0 0 1 0,0 0 16 0,-18 1-4 0,18-1 12 15,-7 12 13-15,7-12 8 0,-3 12-8 16,3-12-5-16,0 17 2 0,0-8 4 0,4 1-7 15,1 1 5-15,-1 0-5 0,2 3-9 16,-1-3-17-16,3 3 2 0,1-1-11 16,-3 1-6-16,2-2-6 0,-2 1 6 0,-1-1-12 15,2-1 4-15,-5 0-5 0,1 0 2 16,-3 1-8-16,-2-1 2 0,-3 1-1 0,-1 1-19 16,-2-1-7-16,1 1-36 0,-4-1-11 0,-2 0-30 15,-2 0-35-15,1-2-24 0,-1-1-32 16,1-2-24-16,0 0-9 0,0-4-16 0,14-3-35 15,-20 7-60-15,20-7-60 0,0 0-390 0,-14-5 255 16,14 5-33-16</inkml:trace>
  <inkml:trace contextRef="#ctx0" brushRef="#br0" timeOffset="205681.58">13833 9383 1126 0,'12'-5'431'0,"-12"5"-65"0,16-11-56 0,-16 11-46 15,18-9-43-15,-18 9-19 0,14-5-15 16,-14 5 11-16,16-4-9 0,-16 4-18 0,14-5-37 15,-14 5-25-15,16-4-22 0,-16 4-7 0,0 0-14 16,19-2-18-16,-19 2-11 0,0 0-1 16,22-3-12-16,-22 3-15 0,15-4-3 0,-15 4-18 15,20-6-23-15,-20 6 14 0,17-8-15 16,-8 3 24-16,2-1-4 0,0-3-4 0,-2 1 0 16,1 0 3-16,-1-2 8 0,0 1-3 15,-3-2 0-15,1 3 11 0,-2-1-7 16,0 1 1-16,-5 8-6 0,5-14 7 0,-5 14 1 15,0-11-5-15,0 11 2 0,0 0 3 0,-15-4 16 16,15 4 0-16,-17 7 4 0,7 1 31 16,-3-1 3-16,0 6-2 0,-1 1 20 0,2 2 1 15,0 1-10-15,2 1-12 0,1 2 3 0,0-1-6 16,4-1-14-16,2-1 6 0,2-2-9 16,1-1 2-16,1 2-6 0,5-3-6 0,1-1-6 15,3-2 2-15,3 1-15 0,2-5-90 16,2-2-74-16,3-1-63 0,2-6-104 0,4-1-193 15,4-7-517-15,-3-2 311 0,9-6-239 0</inkml:trace>
  <inkml:trace contextRef="#ctx0" brushRef="#br0" timeOffset="206130.33">14500 9028 907 0,'-1'-16'531'0,"1"16"-92"0,-1-11-62 16,1 11-46-16,0 0-22 0,0-13-13 15,0 13-31-15,0 0-35 0,0-12-40 0,0 12-31 16,0 0-34-16,0 0-13 0,0 0-23 16,0 0-11-16,0 0-9 0,0 0-6 0,10 12-12 15,-10-12-4-15,1 19 5 0,-1-6 4 16,0 4 4-16,-1 1-1 0,-1 3-7 16,-2 3 5-16,0 1-9 0,-3-1-8 0,1 5 0 15,1-6-6-15,0 2 2 0,0-1 25 0,0 0 17 16,1-3-12-16,-1-3-11 0,2-1-10 15,2-3-8-15,-1-1 1 0,0-1 13 0,1-2 3 16,1-10-4-16,-3 15-11 0,3-15-13 0,0 0-6 16,3 9-12-16,-3-9-13 0,0 0-10 15,0 0-15-15,1-12-10 0,-1 12-1 0,-1-15 5 16,1 15 6-16,-9-14 4 0,4 6 5 16,-4 3 4-16,9 5 2 0,-21-10 7 15,21 10-2-15,-25-3 3 0,25 3 4 0,-32 3 5 16,13 2 4-16,0 2 10 0,0 0 4 15,1 3 11-15,3 1-46 0,-1 0 75 0,6-1 21 16,1 2 8-16,0-2-3 0,4 0-13 0,1 1-15 16,3-3-9-16,1-8-10 0,3 17-13 15,-3-17-67-15,12 14-83 0,-12-14-108 0,18 6-111 16,-18-6-119-16,26 2-200 0,-10-4-698 0,-2-4 442 16,1 0-486-16</inkml:trace>
  <inkml:trace contextRef="#ctx0" brushRef="#br0" timeOffset="207098.97">11819 9747 1101 0,'4'-10'477'16,"-4"10"-105"-16,-3-9-77 0,3 9-69 0,-5-7-54 16,5 7-30-16,-11-6-26 0,11 6-26 15,-18-5-22-15,18 5-10 0,-23-1-8 0,23 1-6 16,-31 3-11-16,14 1 0 0,0 1 0 0,-5 2 4 15,2 2-3-15,1 1 3 0,-2 0-9 16,1 4 0-16,-2 0-8 0,-1 2-5 16,3 1 1-16,2 0 11 0,0-3-6 0,4 1 3 15,-1 0 0-15,1-2 1 0,1-1-11 16,4-1 8-16,0-1-10 0,0 0 9 0,2-2 6 16,0-1-7-16,7-7 20 0,-4 12-4 15,4-12 9-15,0 0-6 0,4 12-6 0,-4-12-15 16,0 0 1-16,21 1 4 0,-21-1-18 0,20-1 2 15,-20 1-3-15,27-6 16 0,-12 4 4 16,3-1 11-16,-1 0 9 0,-1 2 5 0,2-1 0 16,1 0 5-16,-19 2-6 0,33 2-8 0,-16 0-6 15,1 1-4-15,-4 3-4 0,0 1-3 16,-3 2 0-16,-2 1-5 0,1 3 3 0,-3 1-10 16,-2 2 5-16,-4-2-7 0,-2 5 4 15,-2-1 2-15,-2 2-14 0,0 0 6 16,-5-1-4-16,0-2 1 0,-2 1 3 0,-2-1-9 15,0-3 13-15,-2-1-15 0,-1-1 5 16,1-1-44-16,0-6-59 0,-2 0-52 0,3-2-93 16,-4-3-88-16,1-2-141 0,1-2-554 0,2-3 307 15,1-2-227-15</inkml:trace>
  <inkml:trace contextRef="#ctx0" brushRef="#br0" timeOffset="207935.97">11917 9987 1023 0,'0'0'349'0,"13"-3"-83"0,-13 3-26 0,0 0-29 16,18-5-18-16,-18 5-32 0,0 0-18 0,13-5-14 15,-13 5-16-15,0 0-13 0,0 0-9 16,11-5-3-16,-11 5-7 0,0 0-1 0,0 0 18 15,0 0-11-15,13-4-6 0,-13 4-9 16,0 0 19-16,0 0-20 0,9-6 1 0,-9 6-14 16,0 0-15-16,9-8 10 0,-9 8-12 0,0 0-2 15,6-11-10-15,-6 11 9 16,0 0-9-16,0-15 1 0,0 15-3 0,-5-9-5 16,5 9-11-16,-9-9 3 0,9 9-13 0,-11-6 11 15,11 6 1-15,-16-2-2 0,16 2-5 16,-16 4-8-16,16-4 0 0,-22 9 0 0,12-3 7 15,1 2-3-15,-1 3 9 0,1 1-1 0,0-1-5 16,1 1-4-16,1 3 13 0,0-1-7 16,3 0 1-16,2 0 2 0,-1 1-12 0,3-2 11 15,2-1-4-15,0 1-12 0,1-2-23 16,-1 0-20-16,5-2-22 0,3 0-21 16,-3-2-7-16,4-3-31 0,0 0-32 0,-11-4-23 15,25 2-37-15,-25-2-1 0,29-6-23 16,-14 1 13-16,0-4 18 0,2-2 24 0,-3-1 37 15,3-2 49-15,-3-1 67 0,-2-1 69 0,1 0 60 16,0 1 32-16,-4 1 22 0,-3 1 24 16,2 1 17-16,-1 0 0 0,-3 5 0 0,1-4-15 15,-1 3-26-15,-4 8-15 0,8-14-29 0,-8 14-20 16,5-10-17-16,-5 10-3 0,5-8-10 16,-5 8-3-16,0 0 0 0,0 0 10 0,0 0 18 15,0 0-8-15,12 7-20 16,-12-7 9-16,2 13-17 0,-2-13 1 0,1 22-9 15,-1-9-10-15,-1 0-3 0,1 2-2 0,0 3-1 16,-1-2-5-16,-2 2-6 0,2 0 9 16,0-1-13-16,-1-1 13 0,1 0-3 0,1-3-5 15,-1-1-5-15,1-12 8 0,0 19 10 0,0-19 15 16,0 14-9-16,0-14-11 0,0 0-1 16,0 0 4-16,0 0-3 0,0 0-6 0,17-8 0 15,-11 0-7-15,1-3-9 0,2-2-1 0,3-4-13 16,1 0 20-16,-2-2 3 0,7 0-7 15,-3 0 7-15,2 4 0 0,-3-1-8 16,1 3-2-16,1 1 3 0,-4 2-3 0,1 4 3 16,-3-2 8-16,-10 8-2 0,18-7-2 15,-18 7 1-15,0 0 14 0,20 2 0 0,-20-2 0 16,8 8 0-16,-8-8-6 0,8 16 9 16,-6-8 0-16,1 4-3 0,0-2-3 0,-1 1-9 15,2 0-8-15,-3 0 0 0,3 0-14 0,0 0-56 16,-2-1-63-16,2-1-88 0,-4-9-78 15,5 16-95-15,-5-16-165 0,10 9-331 0,-10-9 282 16,0 0-128-16</inkml:trace>
  <inkml:trace contextRef="#ctx0" brushRef="#br0" timeOffset="209748.27">12321 10028 636 0,'0'0'279'0,"0"0"-49"16,0 0-30-16,-7-7-18 0,7 7-22 15,0 0-13-15,0 0-11 0,-14-5-16 0,14 5-9 16,0 0-9-16,0 0-14 0,-18-1-5 16,18 1-10-16,0 0-6 0,-18 6 3 15,18-6-1-15,-10 8-12 0,10-8 5 0,-11 13-4 16,4-5 2-16,2-1-3 0,-1 4-3 0,2-1 4 15,-1 1 2-15,1 1-14 0,-1 0 1 16,2 0-1-16,1-1-9 0,1 2 3 0,1-4 6 16,0-9 4-16,1 21 5 0,0-12 7 0,4-1 1 15,-5-8-3-15,14 11-8 0,-14-11-22 16,13 5-4-16,-13-5-7 0,20 0-6 0,-20 0-3 16,25-8-15-16,-13 1-12 0,2-2-6 15,1 1-7-15,0-4 1 0,-1 0-8 0,-3-1 4 16,3 0-8-16,-3-3 15 0,0 1 7 0,-2 2-3 15,-3-1 13-15,1 1 1 0,-1 0 16 16,-1 1 2-16,0 2 9 0,-1-1 1 16,0 2 4-16,-1 1 5 0,-3 8 1 0,3-14 1 15,-3 14 7-15,4-14-2 0,-4 14-3 16,5-9-12-16,-5 9-5 0,0 0-3 0,4-12-6 16,-4 12 4-16,0 0-6 0,0 0 8 0,0 0 12 15,0 0 6-15,0 0 6 0,0 0-9 16,-1 16 12-16,1-16 5 0,-2 19 7 0,1-8-10 15,1-1-2-15,0 2-7 0,1-1-6 16,2 3-6-16,-2-3 9 0,3 3-3 0,0-1-10 16,0-1-4-16,1 1-1 0,0-4-6 0,0 0 10 15,1-1-7-15,2-1-5 16,-8-7-5-16,14 10-4 0,-14-10 8 0,19 4-14 16,-19-4-24-16,21-1-5 0,-21 1 0 0,20-9-6 15,-6 2-16-15,-2-1 13 0,-1-2 15 16,1 0-26-16,-2-2 9 0,-1 0 1 0,-2 0 12 15,1-1 13-15,-3-1 5 0,0 1 11 0,0 3-2 16,-1-2 9-16,-4 12 3 0,4-17-12 16,-4 17 13-16,4-12-2 0,-4 12 6 0,0 0 7 15,0 0 9-15,0 0 0 0,0 0 14 16,0 0-4-16,0 0 1 0,-12 9 7 16,12-9-1-16,-2 19-18 0,-2-9 4 0,4 2 2 15,-1 0-8-15,0-1-7 0,1 3 6 16,0-3-11-16,1 2-5 0,0-1-1 0,-1-1 6 15,4-2 7-15,-2 1-7 0,-2-10-13 0,4 16 19 16,-4-16-4-16,8 10-3 0,-8-10-9 16,10 5 4-16,-10-5-12 0,0 0-3 0,22-5-2 15,-22 5-6-15,19-11 0 0,-9 2 16 0,3 0-10 16,2-4 13-16,-2 1-15 16,3-1 10-16,0 1 10 0,-1 2-9 0,-3-1 2 0,0 4 7 15,0 0-11-15,-2 1 0 0,-10 6 5 16,18-6 12-16,-18 6-10 0,0 0-2 15,20 1 4-15,-20-1-6 0,9 8 30 0,-9-8-31 16,8 14 9-16,-8-14-12 0,5 18 6 16,-5-8 6-16,1 1-23 0,1 0-37 0,-1-1-54 15,0 0-43-15,-1-10-63 0,0 18-39 0,0-18-77 16,5 13-118-16,-5-13-370 0,8 8 268 16,-8-8-69-16</inkml:trace>
  <inkml:trace contextRef="#ctx0" brushRef="#br0" timeOffset="210880.82">13211 10109 1416 0,'0'0'573'0,"0"0"-91"0,0 0-65 16,0 0-34-16,0 0-24 0,0 0-28 0,0 0-27 16,0 0-38-16,0 0-39 0,0 0-30 15,10-9-31-15,-10 9-29 0,27-8-27 0,-11 3-25 16,2 0-14-16,5-1-18 0,1 0-12 15,2-1-19-15,-2 1-33 0,3 0-32 0,-1 0-28 16,-1-1-27-16,-1 3-32 0,-2 1-24 0,-3-2-41 16,0 1-29-16,-5 2-29 0,-14 2-36 15,26-4-19-15,-26 4-8 0,0 0-18 16,20-1-32-16,-20 1-15 0,0 0-60 0,0 0-198 16,0 0 201-16,0 0 90 0</inkml:trace>
  <inkml:trace contextRef="#ctx0" brushRef="#br0" timeOffset="211155.91">13398 9893 853 0,'0'0'521'0,"0"0"-107"0,0 0-59 16,-2-11-55-16,2 11-56 15,0 0-13-15,0 0-30 0,0 0-29 0,-7-8-3 16,7 8-15-16,0 0-1 0,0 0-8 0,-5 10-23 15,5-10 5-15,-5 16-8 0,5-5-2 16,-1 2-16-16,-2 0-2 0,2 4-19 0,0 1-13 16,-2 3-12-16,3 1-16 0,-1 1-4 0,1 4-17 15,0 1 4-15,-1 0-19 16,2 1-10-16,-1 0-27 0,3 4-45 0,-1-8-52 0,2 1-28 16,2-2-49-16,-3-2-71 0,1-5-61 0,1-1-125 15,1-3-539-15,-1-5 303 16,4-1-207-16</inkml:trace>
  <inkml:trace contextRef="#ctx0" brushRef="#br0" timeOffset="211437.72">13762 10004 1203 0,'9'-11'599'0,"-3"0"-97"15,3 0-109-15,0 2-61 0,-1 0-28 16,-2 2-41-16,0 1-49 0,-6 6-43 0,13-11-37 15,-13 11-26-15,0 0-9 0,13-4-14 16,-13 4-4-16,9 6-10 0,-9-6-10 16,5 18-12-16,-2-8-8 0,-1 5-13 0,-2 1 0 0,1 1-5 15,-1 4-3-15,0 2-10 16,-1 4 5-16,1 0-5 0,0-1-7 0,-1 0 3 16,0-1-4-16,-1-3-5 0,2-2 6 0,0-1-22 15,0-3-25-15,2-1-29 0,-2-4-31 16,1-1-50-16,-1-10-73 0,1 12-83 0,-1-12-94 15,0 0-134-15,0 0-397 0,13-3 290 0,-13 3-156 16</inkml:trace>
  <inkml:trace contextRef="#ctx0" brushRef="#br0" timeOffset="211689.14">13776 9893 1256 0,'-9'-10'421'0,"9"10"-59"0,-9-5-52 0,9 5-44 16,0 0-24-16,-10-9-30 0,10 9-21 16,0 0-34-16,-5-7-37 0,5 7-14 0,0 0-21 15,0 0-21-15,6-11-7 0,-6 11-18 0,12-5-5 16,-12 5-11-16,14-3-4 0,-14 3-8 16,20-4-15-16,-20 4-29 0,26-2-20 0,-26 2-27 15,29 0-6-15,-29 0-18 0,30-1-27 16,-12 1-17-16,0 1-32 0,-1 1-48 0,2-1-78 15,-5 1-89-15,5 0-311 0,-4 0 227 16,1 1 38-16</inkml:trace>
  <inkml:trace contextRef="#ctx0" brushRef="#br0" timeOffset="212173.89">14048 10076 1027 0,'0'0'358'0,"0"0"-84"0,-3 14-36 16,3-14-24-16,0 0-27 0,0 14-31 0,0-14-4 15,1 10-3-15,-1-10-7 0,6 12-7 16,-6-12-11-16,6 13-17 0,0-3-16 16,-1-4-10-16,0 2-9 0,3 1-1 0,1-1 3 15,0 0-10-15,1 1-5 0,-1-2-10 0,5-1-11 16,-1 0 6-16,1-1-5 0,-14-5-9 15,27 4-5-15,-27-4 1 0,29 0-13 0,-14-1 6 16,3-4-12-16,-4-1-10 16,1 0 7-16,1-2-14 0,-4-1 22 0,1-3-4 0,-2 0-10 15,-3-1 8-15,0-2 0 0,-3 1-3 0,-2-2-2 16,-3 4-3-16,-1-1 13 16,-2 2-19-16,-1 0 13 0,-1 1-7 0,-1 2 2 15,-2 2-5-15,-1 0 4 0,9 6 14 0,-22-5-8 16,22 5 20-16,-25 0 2 0,12 6 23 15,-2-1 6-15,1 2 16 0,-4 3 3 0,1 3 0 16,2-1 4-16,-2 4-7 0,2 0 5 16,1 4-13-16,0-2-8 0,4 1 1 0,0-1-12 15,2 2-17-15,-1-1 1 0,4-1-7 0,2-1-6 16,2-1 2-16,1-1-5 0,3 0-13 16,2-1-21-16,0-2-44 0,5 0-16 15,2-1-32-15,4-1-43 0,1-1-59 0,-1-3-79 16,2-3-91-16,4-2-135 0,-2-1-483 15,3-4 303-15,3-2-208 0</inkml:trace>
  <inkml:trace contextRef="#ctx0" brushRef="#br0" timeOffset="212624.09">14605 10072 1154 0,'0'0'393'0,"7"-10"-83"0,-7 10-60 16,0 0-34-16,0 0-36 0,0 0-19 15,0 0-15-15,0 0-16 0,-7 7-12 0,7-7 1 16,-9 12-10-16,1-5-1 0,-2 4-4 16,1-1 4-16,-2 5 1 0,-3-1-7 0,-2 3 11 15,-1 2-23-15,0 0-13 0,-2 0-8 16,0 0-11-16,1-1-14 0,-2-1-16 16,2-1-7-16,1-1-3 0,2-3-31 0,0-1-39 15,3-3-27-15,-1 0-33 0,4-2-45 0,9-6-48 16,-19 7-46-16,19-7-3 0,0 0-12 15,-18-4 33-15,18 4 39 0,-8-9 34 0,8 9 28 16,-4-16 31-16,4 16 24 0,1-21 31 0,-1 9 31 16,1 0 45-16,4-4 33 0,-1 0 29 15,-1 1 19-15,0 0 37 0,0 1 22 0,1 3 14 16,0 1 24-16,0 0-5 0,0 0 3 16,0 3-8-16,-4 7-10 0,12-13-4 15,-12 13-18-15,13-7-19 0,-13 7-11 0,0 0-23 16,24 0-10-16,-24 0-21 0,19 6-18 15,-10 0-11-15,1 1-15 0,2 1-3 0,-2 2-13 16,-2 1 1-16,0 3-8 0,3 2-9 0,-2 0-4 16,-1 2-39-16,1 1-40 0,-1-2-67 15,1 0-45-15,0-3-50 0,-4 0-64 0,1-4-79 16,0-1-110-16,1-3-482 0,-7-6 296 0,9 7-184 16</inkml:trace>
  <inkml:trace contextRef="#ctx0" brushRef="#br0" timeOffset="212883.22">14748 10022 826 0,'8'-15'583'0,"-2"1"-93"0,2 3-46 0,-2 1-63 16,-1 0-69-16,-5 10-39 0,12-13-42 0,-12 13-34 16,11-9-35-16,-11 9-20 0,0 0-12 15,0 0 0-15,14 6 6 0,-14-6-11 0,5 17-7 16,-3-5-11-16,-1 3-6 0,-1 2-9 15,-3 2-16-15,2 4-14 0,-3 0-11 0,0 1-11 16,0 0-6-16,-2 2-10 0,2-3-4 0,-2 1-8 16,-2-4 0-16,4 1-5 0,-1-4-9 15,1-2-43-15,1-2-47 0,-1-1-69 16,0-2-51-16,2-1-70 0,2-9-103 0,-6 10-194 16,6-10-535-16,0 0 338 0,0 0-293 15</inkml:trace>
  <inkml:trace contextRef="#ctx0" brushRef="#br0" timeOffset="213071.56">14578 10174 1623 0,'0'0'596'0,"0"0"-148"0,0 0-100 0,23-3-56 16,-23 3-66-16,23-3-49 15,-23 3-25-15,26-6-35 0,-26 6-43 0,28-5-33 16,-12 2-43-16,3 0-62 0,2 1-45 0,5-1-57 15,0 0-78-15,2 0-98 0,0 0-116 16,0 0-396-16,-1 2 274 0,-5 0-94 0</inkml:trace>
  <inkml:trace contextRef="#ctx0" brushRef="#br0" timeOffset="213880.87">11647 10822 1323 0,'0'0'446'0,"-17"4"-63"16,17-4-60-16,0 0-50 0,0 0-28 0,-11 3-21 15,11-3-29-15,0 0-8 0,0 0-25 16,0 0-34-16,27 0-40 0,-27 0-20 0,26 0-39 16,-8 2-44-16,3-2-34 0,-1 0-43 15,3 1-43-15,-1-1-39 0,1 0-26 16,0 0-38-16,-2 0-70 0,1 2-52 0,-3-2-432 16,-1 1 257-16,-18-1-40 0</inkml:trace>
  <inkml:trace contextRef="#ctx0" brushRef="#br0" timeOffset="214177.32">11754 10732 1034 0,'-7'-7'543'0,"7"7"-85"16,0 0-62-16,-7-7-61 0,7 7-33 0,0 0-39 15,0 0-42-15,-6-10-40 0,6 10-37 16,0 0-39-16,0 0-18 0,0 0-19 0,0 0-5 16,-11 5-8-16,11-5-10 0,-3 17-6 0,-1-4-16 15,1 1-2-15,1 5-3 0,1-1-2 16,-2 9-2-16,3-1-9 0,-4 7 3 0,3 1-5 16,-2-1-8-16,2-2-21 0,1-2-22 15,-1-1-28-15,-1-1-44 0,2-4-53 0,2-1-61 16,-1-4-104-16,-1-1-151 0,1-4-433 0,2-3 287 15,-3-10-145-15</inkml:trace>
  <inkml:trace contextRef="#ctx0" brushRef="#br0" timeOffset="214442.51">12239 10633 1626 0,'0'0'565'0,"0"0"-130"0,0 0-90 16,0 0-83-16,0 0-51 0,0 0-36 0,0 0-31 16,7 9-34-16,-7-9-10 0,2 11-6 15,-2-11-2-15,0 19-20 0,-2-8 1 0,2 5-4 16,-1 3-5-16,1 0-9 0,-1 4-5 16,-4 2-13-16,2 2-9 0,2 4-5 0,-3 0-7 15,0-2-1-15,2-2-16 0,-1-2-1 16,1-2-41-16,-1-1-68 0,2-3-50 0,-2-1-112 15,2-2-113-15,-3-5-180 0,3 0-409 16,1-11 298-16,-1 10-188 0</inkml:trace>
  <inkml:trace contextRef="#ctx0" brushRef="#br0" timeOffset="214652.94">12165 10743 982 0,'0'0'590'0,"-3"-19"-100"0,3 19-67 16,2-16-70-16,-2 16-57 0,7-15-49 0,0 6-37 16,4 1-26-16,-1 0-41 0,7 1-24 0,0-1-25 15,3 0-28-15,1 1-15 0,1 1-31 16,3 0-51-16,0 2-42 0,-1 1-34 0,1 1-52 16,-4 0-58-16,1 1-56 0,-2 2-109 0,-1 1-143 15,-1-1-268-15,-1 1 259 0,-17-2-39 16</inkml:trace>
  <inkml:trace contextRef="#ctx0" brushRef="#br0" timeOffset="-214664.24">12330 10918 1256 0,'-12'6'501'15,"12"-6"-106"-15,0 0-95 0,0 0-73 16,0 0-49-16,0 0-31 0,18-6-36 0,-8 2-22 15,4-1-41-15,1-1-47 0,1 2-59 0,0-1-65 16,1 0-94-16,-1 0-123 16,2 1-456-16,-4 0 259 0,-14 4-44 0</inkml:trace>
  <inkml:trace contextRef="#ctx0" brushRef="#br0" timeOffset="-214476.18">12310 11120 1045 0,'-5'6'534'0,"5"-6"-100"0,-11 11-79 16,11-11-79-16,-7 7-61 0,7-7-40 0,0 0-41 15,0 0-19-15,0 0-33 0,8 7-48 16,-8-7-50-16,0 0-58 0,28 0-63 16,-28 0-74-16,27-4-121 0,-11 2-123 0,2-1-233 15,3 0 219-15,-2 0 53 0</inkml:trace>
  <inkml:trace contextRef="#ctx0" brushRef="#br0" timeOffset="-214211.26">12920 10914 890 0,'5'-7'392'0,"-5"7"-89"0,5-12-58 15,-5 12-29-15,4-11-33 0,-4 11-26 16,0 0-19-16,-6-9-13 0,6 9 0 15,0 0-9-15,-17-3-5 0,17 3-12 0,-17 6-11 0,5 0-15 16,0 3-12-16,-3 3-22 16,0 2-4-16,-3 4-7 0,0 0-12 0,0 1 5 15,1 3-6-15,-2-2-7 0,0 1-2 0,0-2-1 16,0 0-3-16,5-5-7 0,-1 1-8 16,-1-1-22-16,2-3-26 0,3-1-42 0,-4-3-59 15,3-2-79-15,12-5-122 0,-23 4-433 16,23-4 259-16,-19-4-43 0</inkml:trace>
  <inkml:trace contextRef="#ctx0" brushRef="#br0" timeOffset="-213985.03">12543 10896 1265 0,'0'0'465'0,"8"-7"-63"0,-8 7-55 15,13-5-47-15,-13 5-34 0,18-2-47 16,-18 2-29-16,19 2-32 0,-19-2-30 0,23 8-34 15,-13-1-19-15,3 1-12 0,-3 2-12 0,2 1-20 16,-2 3 0-16,0 0-14 0,-1 2 3 16,2 2-24-16,-3-1-15 0,1 1-18 0,-1 0-22 15,2 1-19-15,-4 1 2 0,3-1-16 0,1-1-48 16,-1-1-65-16,0-2-72 0,-1-2-145 16,3-2-433-16,0-3 274 0,-2-2-95 15</inkml:trace>
  <inkml:trace contextRef="#ctx0" brushRef="#br0" timeOffset="-213604.94">13198 10951 1135 0,'14'-9'458'0,"-14"9"-99"0,9-8-71 0,-9 8-70 15,0 0-48-15,14-4-32 0,-14 4-26 16,0 0-15-16,0 0-15 0,0 0-16 15,0 0-9-15,15-2-4 0,-15 2-11 0,0 0-6 0,0 0 4 16,0 0-5-16,0 0-10 16,0 0 7-16,0 0-9 0,0 0 12 0,0 0-5 15,0 0 0-15,17-4 0 0,-17 4-9 0,0 0 1 16,0 0 0-16,4-10-1 0,-4 10-8 16,0 0 8-16,-4-13-9 0,4 13-6 0,0 0-1 15,-11-9-3-15,11 9 4 0,0 0 9 0,-20-3 6 16,20 3 8-16,-20 4 3 0,20-4 21 15,-23 12 25-15,10-3 2 0,-2 1 3 0,2 3 26 16,0 1-7-16,-2 3-3 0,5-2-19 16,-4 1-11-16,5 1-16 0,-1-1-6 15,3 0-10-15,0-2-7 0,0 0-6 0,5 2-23 16,-1-5-71-16,3 1-74 0,0-1-73 16,3 0-79-16,1-2-83 0,-4-9-144 0,15 12-463 15,-15-12 298-15,19 7-192 0</inkml:trace>
  <inkml:trace contextRef="#ctx0" brushRef="#br0" timeOffset="-213203.04">13303 11097 1195 0,'10'-5'581'0,"-10"5"-82"0,0 0-103 0,10-8-60 0,-10 8-52 16,0 0-62-16,9-6-29 0,-9 6-38 16,0 0-16-16,0 0-13 0,0 0-8 15,0 0-29-15,22 0-7 0,-22 0-24 0,0 0-5 16,14 4-11-16,-14-4-12 0,0 0-8 15,16 0-8-15,-16 0-1 0,0 0 3 0,21 0-19 16,-21 0-6-16,16-6-15 0,-16 6-11 0,17-8-7 16,-7 2-7-16,-2-2 14 0,-1 0-6 15,1-1-7-15,1-3-13 0,-3 2-5 0,1-2 13 16,-2 0 3-16,-1 1 12 0,-2 0 12 16,2 1 1-16,-4 10 3 0,0-16-4 0,0 16 3 15,-6-13 6-15,6 13 6 0,-9-8 4 16,9 8 4-16,-14-3 9 0,14 3 32 15,-21 5 6-15,10-1 20 0,-2 2 11 0,0 6 28 16,-2-1-5-16,2 4-2 0,-2 0-16 0,2 1-7 16,0 2-14-16,2 1-17 0,-1-2-2 15,6 2-9-15,-3 1-6 0,5-4-10 0,2-2 3 16,1 2-13-16,2-3-5 0,1 0-18 16,5-1-7-16,2 0-47 0,1-3-42 0,1 1-42 15,5-3-70-15,-2-3-77 0,4-4-98 0,1 0-160 16,0-4-375-16,2-2 290 0,1-3-156 15</inkml:trace>
  <inkml:trace contextRef="#ctx0" brushRef="#br0" timeOffset="-212909.1">13730 10595 1593 0,'0'0'499'0,"0"0"-54"0,0 0-64 16,0 0-46-16,0 0-29 0,0 0-39 15,0 0-28-15,0 0-29 0,0 0-34 0,0 0-39 16,0 0-24-16,0 0-16 0,1 8-11 0,-1-8-14 16,4 12-9-16,-1-2-4 0,-2 1 2 15,0 4 6-15,-1 3 4 0,2 1 8 0,-2 2-5 16,-2 7-2-16,1-1-5 0,-2 5-9 16,1 1-4-16,-2 2-13 0,-1-2-4 15,-3 7-14-15,3 1-5 0,0-1-1 0,1-5-5 16,0-1-4-16,3-2-11 0,0-6-24 15,0-2-33-15,-1-4-42 0,2-3-53 0,0-1-58 16,0-2-50-16,0-3-68 0,0-11-104 0,3 12-191 16,-3-12-510-16,0 0 348 0,0 0-309 15</inkml:trace>
  <inkml:trace contextRef="#ctx0" brushRef="#br0" timeOffset="-211984.01">14237 10843 1089 0,'0'0'442'0,"0"0"-84"0,0-12-68 15,0 12-55-15,0 0-51 16,-8-9-32-16,8 9-32 0,0 0-21 0,-18-4-22 16,18 4-4-16,-14 2-9 0,14-2-12 0,-19 6-10 15,7-1-5-15,2 3-2 0,-1-1-12 16,0 3 3-16,1 2-9 0,-4 2-3 0,1 1-3 16,1 2-2-16,0 1-1 0,3-1 1 15,-2 0 3-15,2-2 0 0,1 0 6 0,4-2 2 16,-2-3 9-16,4 2 16 0,0-3-5 0,2-9 8 15,2 14-6-15,-2-14-6 0,7 10-8 16,-7-10-7-16,13 7-7 0,-13-7 2 16,19 1-6-16,-19-1-7 0,26-3 4 0,-10 0-11 0,3-1 6 15,0-1-2-15,4-1 2 16,0-1 3-16,-1 3 4 0,-2-2-2 0,-1 3-4 16,-1 0 3-16,0 1 1 0,-18 2-4 0,28 0-2 15,-28 0 5-15,20 8 18 0,-12-2 3 16,-3 1-5-16,-5-7 6 0,4 19-1 0,-5-7 8 15,-3 2-2-15,-1-2 5 0,-4 3 12 16,0 0-1-16,-1 2-2 0,-4-3-5 0,1 1-2 16,-2-1-14-16,2-2-9 0,-2 0 20 0,2-4-9 15,0-1-34-15,-1 0-51 0,3-4-58 16,11-3-69-16,-22 4-91 0,22-4-121 16,-21-7-195-16,12-2-307 0,1 0 282 0,0-4-129 15</inkml:trace>
  <inkml:trace contextRef="#ctx0" brushRef="#br0" timeOffset="-211310.67">14406 10785 1328 0,'0'0'674'0,"14"-9"-130"0,-14 9-99 16,17-7-79-16,-17 7-54 0,15-4-63 0,-15 4-41 15,15-3-48-15,-15 3-31 0,0 0-32 16,22 2-18-16,-22-2-13 0,14 7-21 15,-14-7-1-15,13 13-12 0,-7-4-12 0,-1 4 3 16,0 0-12-16,-1 0 5 0,-1 4-5 16,-2-1-5-16,-1 2 0 0,0 0 3 0,0 0-6 15,-3 0 2-15,1-2-4 0,-1 2 2 16,-1-4-6-16,3 0 7 0,-1-3-4 16,-1-2 6-16,1 1-4 0,2-10 6 0,-3 14-2 0,3-14-13 15,0 0-15-15,5 10-10 0,-5-10 12 16,0 0-6-16,14-5 14 0,-14 5-1 0,17-14 1 15,-7 4-5-15,0 0 4 0,4-4 1 0,0 1-3 16,1 0 3-16,-2 0 11 0,0 2-1 16,0 3-6-16,-4 0-10 0,0 2 9 15,-9 6 7-15,16-9-8 0,-16 9 12 0,0 0-7 16,18 1 4-16,-18-1 4 0,6 10-4 16,-3-1-4-16,1 1 0 0,-3 0 2 0,0 3 1 15,1 0-2-15,-1 1 8 0,0 2 2 16,2-2-6-16,-2 0-10 0,2 0 9 0,-1 0-1 15,4-3 3-15,-2 1 9 0,1-3-11 0,2 0 0 16,1-2 3-16,0-1 4 0,-8-6-8 16,20 6-21-16,-20-6-8 0,24-2-20 0,-13-1-21 15,5-3 5-15,-2 0-9 0,2-7-7 0,-2 1 4 16,0-2-3-16,-1-2 10 16,1-2 9-16,-2-1 12 0,-2 0 9 0,0 1 21 15,-2 1 4-15,-3 0 6 0,0 5 13 0,0-1 1 16,-4 4-1-16,-1 9 10 0,1-14 10 15,-1 14 19-15,0 0 4 0,-6-10 20 0,6 10 18 16,0 0 6-16,-15 6 11 0,15-6 2 16,-12 12-14-16,5-4 5 0,0 3-16 0,3-1-18 15,-1 1-3-15,3 2-13 0,-1-3-9 0,2 3-3 16,1-1-11-16,0-2 4 0,1 0-12 16,0 2-8-16,3-3-38 0,1-2-39 0,3-1-33 15,-8-6-41-15,19 11-20 0,-19-11-20 0,24 6-56 16,-24-6-70-16,31-1-89 15,-16-4-41-15,3-2-12 0,-1 1-289 0,1-5 243 16,-3 0 8-16</inkml:trace>
  <inkml:trace contextRef="#ctx0" brushRef="#br0" timeOffset="-210943.24">15171 10974 1224 0,'8'-8'288'15,"-8"8"-20"-15,8-10-30 0,-8 10-26 0,6-7-36 16,-6 7-8-16,0 0 1 0,0 0-5 16,10-7-4-16,-10 7 2 0,0 0-6 0,0 0-7 15,0 0-5-15,0 0-5 0,8 9-16 0,-8-9-2 16,0 0-29-16,5 10-17 0,-5-10-7 15,0 0-20-15,8 11-5 0,-8-11-13 0,0 0 0 16,12 4-13-16,-12-4-17 0,0 0-17 16,17-2-25-16,-17 2-7 0,15-6 0 15,-15 6 0-15,13-13-1 0,-5 7-3 0,-2-3-5 16,2 0 1-16,-3 0 16 0,0-2 0 16,0 0 9-16,-2 0 12 0,0 0 5 0,0 2 0 15,-3 9 12-15,-1-16 0 0,1 16 5 0,-6-11 15 16,6 11 20-16,-11-7 20 0,11 7 30 15,-19 2 3-15,19-2 3 0,-24 8-4 0,10-2 18 16,-2 7 9-16,1-1-6 0,1 2 4 0,0 2-9 16,0 2-14-16,4 1-7 0,-2 0-17 15,3 1-11-15,3 1-11 0,2-2-9 0,2-1-4 16,2-1 0-16,3 2-7 0,5 0-6 16,1 0-9-16,5-4-37 0,0 0-47 0,4-2-71 15,0-2-59-15,2-3-60 0,3-2-59 16,-4-5-81-16,3-1-77 0,5-3-69 15,-3-3-366-15,2-4 286 0,1-4-142 0</inkml:trace>
  <inkml:trace contextRef="#ctx0" brushRef="#br0" timeOffset="-210668.14">15591 10821 774 0,'0'-18'501'0,"-1"2"-80"16,1 1-48-16,-3 3-47 0,3 1-54 0,-1-1-34 15,1 3-41-15,0 9-28 0,-3-17-31 0,3 17-16 16,-1-12-20-16,1 12 14 0,0 0 10 15,0 0 0-15,0 0-10 0,0 0-10 16,0 0-1-16,-6 12-14 0,4-1-2 0,1 1-2 16,-3 3 0-16,2 2 5 0,-2 4 9 15,0 2-4-15,2 1-9 0,-3 6 3 0,-1-1-8 16,1 0-9-16,-1 0-15 0,0 0-10 0,-1 0-12 16,2-6-8-16,1 2-3 0,-1 0-8 15,2 0-5-15,1-6-13 0,1 0-37 0,-2 0-48 16,1-5-65-16,0 1-60 0,2-5-36 15,0-10-48-15,0 16-57 0,0-16-66 0,0 0-78 16,0 0-85-16,0 0-264 0,0 0 273 0,17-7-87 16</inkml:trace>
  <inkml:trace contextRef="#ctx0" brushRef="#br0" timeOffset="-210506">15442 10994 1019 0,'0'0'547'0,"0"0"-112"15,-8-5-84-15,8 5-74 0,0 0-31 0,0 0-25 16,0 0-44-16,0 0-35 0,9-7-29 0,-9 7-29 16,17-4-48-16,-17 4-47 0,25-4-54 15,-8 2-68-15,2-2-82 0,5 0-142 0,-2-3-544 16,2 1 283-16,-1 1-129 0</inkml:trace>
  <inkml:trace contextRef="#ctx0" brushRef="#br0" timeOffset="-209237.05">10726 8879 502 0,'0'0'333'0,"-1"-16"-36"0,1 16-37 16,1-14-26-16,-1 14-27 0,3-12-22 16,-3 12-30-16,2-11-32 0,-2 11-34 0,0 0-4 15,0 0 1-15,0 0 2 0,10 13 13 16,-7 4 6-16,-3 3 7 0,1 14-2 0,-1 10 4 16,0 8 20-16,0 6 24 0,0 19 15 0,0 8 0 15,0 8 7-15,4 25 1 0,0 6-6 16,1 8-20-16,0 5-27 0,4 4-30 15,-4 1-23-15,3-2-8 0,-2 0-16 0,2-7-9 16,-2-6-15-16,2-6-3 0,-2-8-14 16,-1-24 7-16,3-3-13 0,-2-6-17 0,2-8-18 15,-2-5-18-15,2-16-10 0,0-5-46 0,-2-6-49 16,-1-9-40-16,0-8-61 0,0-6-93 16,0-9-148-16,-5-8-573 0,13 6 320 0,-13-6-258 15</inkml:trace>
  <inkml:trace contextRef="#ctx0" brushRef="#br0" timeOffset="-207853.01">11787 8801 648 0,'68'-8'272'0,"5"1"-59"0,7 1-55 16,4-2-43-16,9 0-28 0,5 0-32 15,6 1-19-15,22-3-20 0,4 0-5 0,-2 2 12 16,2-1-2-16,-1 0 9 0,-3-1 21 16,-20 4 3-16,16-5-1 0,-20 3 11 15,-2 2-11-15,-2-5-12 0,-3 3-3 0,-2-1-15 16,-4 0-6-16,-4 2-8 0,-2 1-17 0,-5-1 4 16,-1 2-5-16,-5 2-7 0,-9-1-9 15,-3 2 7-15,-3 0 6 0,-1 1 1 0,-1 1 3 16,-4-1-1-16,0 1 4 0,-10 0-4 15,2 1 6-15,-3-2 18 0,-8 2 20 0,0-1 13 16,-2 0 9-16,0 0 7 0,-4 0-2 0,-3 0-15 16,-1-1-8-16,-1 1-1 15,-21 0-6-15,35 0 0 0,-35 0-7 0,30-1-4 16,-30 1-5-16,25-3 3 0,-25 3-9 0,18 0-12 16,-18 0 13-16,18-1-5 0,-18 1-3 15,16-1-3-15,-16 1-7 0,0 0-8 0,22 1-16 16,-22-1 6-16,0 0 2 0,22 1-9 0,-22-1 21 15,14 3 0-15,-14-3 6 0,14 3-9 16,-14-3 16-16,14 5 2 0,-14-5-8 0,14 6 16 16,-14-6 3-16,15 7-1 0,-15-7-2 15,18 11-6-15,-6-5 5 0,0 1-11 0,0 2 18 16,3 2-10-16,-1 3 16 0,5 3-6 0,-1 2-13 16,5 6 14-16,1 3 13 15,-1 5 15-15,2 0 13 0,0 5 19 0,3 8 9 16,3 3 22-16,-2 4 1 0,3 1 23 0,-3 4 6 0,1 2-7 15,-4 4 14-15,2 1-6 16,0 2-1-16,-3 2 28 0,-2 0-9 0,1 2-1 16,-2 1-8-16,-3 2-11 0,0 0-17 15,-2 2-14-15,-1 0-12 0,-2 1-2 0,0-1 4 16,0 0 10-16,3 2-1 0,-2-3 9 0,2 0-8 16,-2 0-9-16,0 0-6 0,-1-1-15 15,2-3-3-15,-4 0-14 0,2-4-4 0,-1-1-14 16,-4-3-6-16,2-3-7 0,-2-9 2 0,0 0 3 15,0-3 0-15,0-1-9 16,-2 0-6-16,-1-3-4 0,3-1-3 0,-3-2-4 16,1-1 1-16,0-2-6 0,1-4 0 0,-2-2 3 15,2-1-6-15,-2-2 4 0,1 0-6 16,-1-7 5-16,0 0-6 0,0-2 4 0,-2-4-7 16,-1-1 6-16,1 0-9 0,-2-3 3 15,0-1-1-15,0 1-4 0,-2-12 7 0,-2 17-2 16,2-17-3-16,-8 17 1 0,8-17-2 0,-10 14 0 15,10-14-3-15,-14 11 5 0,14-11-10 16,-15 8 4-16,15-8-3 0,-22 8 4 16,22-8-4-16,-22 5 5 0,22-5-7 0,-33 4 2 15,15-3-5-15,-2-1-5 0,-4 0-6 16,-3 0-15-16,-4 0-10 0,-8-1-12 0,-10-2-4 16,-3 0-4-16,-5 0-1 0,-6-2 3 0,-11-1 8 15,-8-1 11-15,-3-1 11 0,-3-1 9 16,-6 1 4-16,-5 0 6 0,-1 0 13 0,-4 1 3 15,-23 1 5-15,18 2 2 0,-3 1 1 0,-18 1 7 16,-3 0 3-16,21 2-4 0,-22 0 3 16,0 0 1-16,22 0-2 0,-3 0 1 0,-19-1-5 15,23 0 8-15,0-1 0 0,1-1-5 16,3 0 4-16,4-1-2 0,3 0 2 16,6 2-3-16,5-3 3 0,3 1-7 0,8 1 0 15,5 0-2-15,14-1-6 0,8 1-9 16,1-1-7-16,12 2-21 0,2-2-26 0,8 2-49 15,4-2-46-15,2 0-24 0,4 1-13 0,3-2-28 16,2 0-21-16,-1-1-15 0,3 0-17 16,-2 0-29-16,3-2-18 0,-1 1 51 0,0 1 79 15,2 0 73-15,9 6 42 0,-14-9 11 0,14 9 14 16,-15-4-10-16,15 4-17 0,-14-4-25 16,14 4-16-16,0 0-63 0,-23-2-301 0,23 2 152 15,-18-2 205-15</inkml:trace>
  <inkml:trace contextRef="#ctx0" brushRef="#br0" timeOffset="-179677.05">13152 8329 782 0,'8'-41'355'0,"2"2"-71"16,0-1-46-16,2-1-33 0,0-2-4 16,4 1-21-16,0 0-16 0,7-8-24 0,-1 1-12 15,1 0-4-15,2 0-8 0,2-1-10 16,1 3-13-16,2-3-7 0,1 0-14 16,1 0 2-16,4 0-15 0,0 0-2 0,1 0-3 15,1-2-15-15,3 1 17 0,0 0-10 16,1 0 1-16,4 3-5 0,0-1 14 0,1 0-17 15,0 2 1-15,3 1 1 0,1 0-12 0,0 0-4 16,3 5 1-16,-1-1 6 0,-1 2-6 16,2 0-9-16,2 2-4 0,0 0-2 0,2 2-5 15,0 3 15-15,2-2-7 0,1 3 5 0,2 1-10 16,1 1-1-16,2 3 1 0,2 1-10 16,2 1 2-16,-1 1 1 0,2 4-3 0,-2 1-3 15,4 2 8-15,-3 3-2 0,-1-1 0 16,-2 2-1-16,-1 4-1 0,-9 0-2 0,-4 1 9 15,1 2-14-15,-5 2 7 0,-4-1-1 16,-5 1 9-16,-4 2 0 0,-2-2-4 16,-6 3-5-16,0-1-6 0,-4 0 4 0,-2 1 2 15,-3 1 2-15,0-1-2 0,-19 1-15 0,30-1 6 16,-30 1-14-16,25 0-13 0,-25 0 3 16,17-2 2-16,-17 2-12 0,0 0-6 0,19-1-7 15,-19 1-11-15,0 0-30 0,0 0-9 0,0 0-22 16,0 0-22-16,0 0-18 0,0 0-32 15,-4-9-43-15,4 9-45 0,-13-6-76 0,13 6-290 16,-18-6 207-16,18 6 77 0</inkml:trace>
  <inkml:trace contextRef="#ctx0" brushRef="#br0" timeOffset="-179346.84">15725 6122 591 0,'0'0'312'0,"-10"-5"-42"15,10 5-51-15,0 0-35 0,-7-8-1 0,7 8-9 16,0 0-15-16,-2-11 3 0,2 11-20 16,0 0-22-16,0 0-9 0,1-12-11 0,-1 12-14 15,0 0-7-15,11-5-5 0,-11 5-4 0,0 0-4 16,22-2-7-16,-22 2-4 0,26 5-8 16,-12-4-2-16,5 4-4 0,4 2-7 15,-1-1-2-15,2 0-2 0,4 4 4 0,0-1 1 16,1 1-2-16,-2 0 2 0,0 2 18 15,-2-2-3-15,-1 2-6 0,-3 0 4 0,-3-1-11 16,-3 1-9-16,0 0 10 0,-3 1-11 16,-3-1-8-16,0 1-2 0,-7 1 8 0,1-2-17 15,-4 2 4-15,-4 1-3 0,-5 3-27 0,-2 1-37 16,-7 1-40-16,0 1-46 0,-7 2-48 16,-2 2-51-16,0-2-39 0,1 0-84 0,2 0-463 15,-1 0 268-15,7-4-74 0</inkml:trace>
  <inkml:trace contextRef="#ctx0" brushRef="#br0" timeOffset="-177847.29">17170 3360 413 0,'0'0'217'0,"-6"-14"-39"0,6 14-8 0,-4-10-21 16,4 10-27-16,0 0-26 0,-5-10-19 0,5 10-1 15,0 0-7-15,0 0 8 0,-4 9 3 16,4-9 18-16,-1 20 18 0,-2-4-15 0,3 3-8 16,0 6 1-16,-1 3-9 0,1 10-9 15,1 7-2-15,-1 6-6 0,3 2-7 16,-2 5-6-16,3 13-7 0,0 2-12 0,0 8 19 16,0 2-6-16,-1 6-12 0,2 5 0 15,-1 5 12-15,1 21 5 0,0-1 22 0,3 2-3 16,0 0-8-16,-6 0-8 0,2-3-7 0,0 1 0 15,-3-20 5-15,3 19-8 0,-3-18-4 16,1 0-6-16,-1 0-5 0,-1-2-8 0,-1 2 4 16,-1-2 0-16,2-3-8 0,-2 2 5 0,1-1-14 15,-2-1-1-15,-1-2-4 0,2-5-6 16,-1 0-24-16,0-4-3 0,2-4-25 0,-2-7-51 16,1-3-53-16,0-14-93 0,-2-4-162 15,1-7-448-15,-1-9 275 0,2-5-97 16</inkml:trace>
  <inkml:trace contextRef="#ctx0" brushRef="#br0" timeOffset="-176855.41">16980 3399 429 0,'-13'-3'236'0,"13"3"-53"0,0 0-28 0,-16-6-20 15,16 6-4-15,0 0-31 0,-13-5-15 0,13 5-13 16,0 0-7-16,0 0 0 0,0 0 3 16,0-9-1-16,0 9-3 0,0 0 7 15,17-9 1-15,-17 9-22 0,19-4 13 0,-4 0-22 16,1 0-4-16,4 1-3 0,4-3-12 16,3 4 6-16,7-4-21 0,3 2 16 0,9-3-9 15,5 0-8-15,5 0 10 0,16-1 17 16,4-1-1-16,4 1 25 0,7 0 4 0,5-2-18 15,8 3-5-15,21-6 4 0,4 4-2 0,1-1-11 16,2 0 7-16,3 1-10 0,3-1-5 16,5 2-3-16,0-2-2 0,0 1-1 0,0-1-7 15,5 1 5-15,3-1-7 0,0-1-7 0,3 2 6 16,2-1 1-16,5 1-3 16,3-2 2-16,0 0 0 0,1 2-2 0,-2-1 5 15,5-1 5-15,-1 2-3 0,0 1 0 16,3-1-1-16,-1 1 3 0,3 1-4 0,2 0-1 15,-2 0-4-15,0 1-5 0,0 0 7 0,-3 1-6 16,0 0-4-16,-2 0-5 0,-3-1-5 16,-1 2-1-16,-2-5-2 0,-5 3-4 0,-2 2-9 15,-2-3-5-15,-5 1 0 0,-2 0-27 0,-4-2-5 16,-3 0-42-16,-4 2-7 0,-21-1-29 16,-6 3-55-16,-3 0-64 0,-2-2-304 0,-7 0 171 15,-4 0 144-15</inkml:trace>
  <inkml:trace contextRef="#ctx0" brushRef="#br0" timeOffset="-175480.42">24944 2877 327 0,'0'0'245'0,"0"0"-50"16,21 0-20-16,-21 0-14 0,0 0-8 0,28-1-18 15,-28 1-3-15,25 0-23 0,-25 0 0 16,29-2-14-16,-10 1-7 0,2-1-28 0,-1 2 11 16,6-2-7-16,2-1-10 0,2 1-8 15,6 0-5-15,1-1-11 0,2-2-14 0,7 2-8 16,4-2 8-16,0 3 0 0,2-2-18 0,4 1-4 15,2-2 17-15,3 0-4 16,1 1 4-16,14 0 0 0,0-2 17 0,2 0 8 16,6 1 22-16,0-1 6 0,3 4-6 0,5-4-3 15,-1 0-16-15,1 1 1 0,6-1-5 16,-1 2-3-16,0 0-3 0,0-2-7 0,2 1 7 16,2 1-6-16,-2 0-7 0,0-2-7 15,1 0-2-15,1 0 2 0,1 1-2 0,-1 0 0 16,-2-4 4-16,2 3-4 0,-1-1-5 0,-1-2-3 15,2 2 2-15,-2-1-2 0,0 0-4 16,-4-1-3-16,-2 1-5 0,-1-2-11 0,-5 1-20 16,-3 0 3-16,-2 2-9 0,-2-1-12 0,-6 0-30 15,-4 1-19-15,-11 0-8 0,-3 3-20 16,-5-1-25-16,-4-1-16 0,-7 2-2 0,-3 1-17 16,-8 2-31-16,-1-1-193 15,-2-1 137-15,-4 2 259 0</inkml:trace>
  <inkml:trace contextRef="#ctx0" brushRef="#br0" timeOffset="-173967.39">17545 4211 359 0,'0'0'245'0,"0"0"-46"0,0 0-32 15,0 0-13-15,-8 6-19 0,8-6-14 0,0 0-12 16,0 0-4-16,0 0-8 0,0 0-6 16,-16 1-8-16,16-1-4 0,0 0-11 0,0 0-9 15,0 0-11-15,-15-2-18 0,15 2 8 16,0 0-15-16,0 0 7 0,0 0-8 0,0 0-8 16,0 0 11-16,-16-2 1 0,16 2-2 0,0 0-13 15,0 0 7-15,0 0-11 0,0 0-2 16,0 0 11-16,12-5-14 0,-12 5 7 0,18-3 6 15,-18 3-2-15,27-3 7 0,-9-1-5 0,3 1 8 16,7 2-1-16,8-2 5 16,11 0 8-16,4-1-6 0,9 1-6 0,19-2-14 15,5-1 8-15,12 2-2 0,10 1-9 0,28-4 11 16,10 2 0-16,9-1-6 0,12 2 1 16,7 0 1-16,10 0-5 0,8 0-3 0,14 1 2 15,7 0 3-15,8 0 7 0,55 2 20 16,-3-2 5-16,1 2 9 0,3-2 2 0,3 3 12 15,2-3-12-15,-1 0 4 0,7 3-12 0,-1-2-9 16,3 1-7-16,2 0-11 0,4 2-15 16,0-2-16-16,-3 1-18 0,6-1-18 0,-3 1-30 15,-3 0-23-15,-7-3-24 0,1 0-31 0,-5-1-15 16,-7 1-13-16,-4-1-22 16,-5 1 4-16,-52-1 10 0,5 3 14 0,2-3-3 15,-2 1-38-15,-4 0-159 0,-3 2 122 16,-4-1 80-16</inkml:trace>
  <inkml:trace contextRef="#ctx0" brushRef="#br0" timeOffset="-172715.28">17313 5411 349 0,'0'0'169'0,"2"11"-27"0,-2-11-34 0,0 0-18 16,0 0-7-16,2 9-10 0,-2-9-11 16,0 0-8-16,0 0-4 0,0 0-3 15,-5 7 5-15,5-7-1 0,0 0 5 0,0 0 1 16,0 0 0-16,-12 5 9 0,12-5-2 15,0 0 9-15,0 0 6 0,0 0-12 0,-11 5 10 16,11-5-7-16,0 0-18 0,0 0 5 0,0 0-9 16,0 0-8-16,0 0-10 0,0 0 4 15,0 0 11-15,0 0-5 0,11 7-10 0,-11-7-14 16,22 0 9-16,-22 0-16 0,38 0 1 0,-7 0 5 16,6-1 7-16,14 1 15 0,5-1 2 15,23 0 12-15,8-2 19 0,11 1-3 0,8 1-4 16,37 0-17-16,4-1-6 0,9 1-3 15,12 0-10-15,6 0-4 0,9 1 9 0,11-2 6 16,7 2 6-16,13 2 1 0,53-1-1 16,1-1-4-16,0 1-5 0,-1 2-1 15,2-2-12-15,2 2-7 0,6 2 6 0,1-2-13 16,0 3-8-16,0-1-23 0,4 2-29 0,-1 2-29 16,1-4-51-16,-2 2-46 0,2 0-40 15,-4-1-55-15,-1-1-96 0,-3-1-267 0,-3 0 199 16,-6 2 90-16</inkml:trace>
  <inkml:trace contextRef="#ctx0" brushRef="#br0" timeOffset="-171699.75">17328 6695 733 0,'-12'5'283'0,"12"-5"-53"0,0 0-26 15,-16 4-36-15,16-4-13 0,0 0-33 16,0 0-7-16,-12 5-1 0,12-5-6 0,0 0 9 16,0 0-10-16,0 0-4 0,15 4-2 15,-15-4-11-15,23 1-3 0,-5-1-16 0,3-1-7 16,9-1-9-16,8 2-12 0,10-2-6 0,6-2 4 16,7 1 2-16,21-2-8 0,3-1 1 15,14 0 1-15,28-3 10 0,15 0 14 0,7 2 18 16,14-2-14-16,13 0-5 0,9 2-16 0,10 1-14 15,9 2-2-15,8 1-9 0,55-2-1 16,-2 2-13-16,-44 2-10 0,52 2 13 16,-4-1-11-16,2 3-3 0,-5 0 4 0,-2-1-9 15,0 4-11-15,-48-2 5 0,50 0 2 16,-7 2-10-16,-49-1 0 0,3-4-12 0,-2 4-12 16,-3-5-11-16,-1 0-5 0,-2 0-30 15,-8 0-30-15,-7-2-37 0,-6-1-44 0,-10-3-89 16,-9 0-141-16,-11-1-228 0,-11 0 211 0,-15-1 69 15</inkml:trace>
  <inkml:trace contextRef="#ctx0" brushRef="#br0" timeOffset="-170626.29">18706 3134 542 0,'5'-13'231'0,"-5"13"-55"16,4-8-13-16,-4 8-23 0,0 0-18 16,3-12-11-16,-3 12-17 0,0 0-20 0,2-11-12 15,-2 11-1-15,0 0-17 0,0 0-19 0,0 0 14 16,0 0 12-16,0 0 10 0,0 0-7 16,0 0-7-16,1 17 8 0,-1-5 4 0,-1 2 2 15,1 4-9-15,-4 6-5 0,3 2 6 16,-3 9-12-16,1 8 0 0,0 2 7 15,2 4-10-15,-2 3-8 0,-1 15-10 0,0 2 12 16,3 4 10-16,-1 6 1 0,0 3 8 16,-2 8 27-16,4 4-5 0,-1 6-18 0,0 22-3 15,-1 3-13-15,2 3 18 0,-2 2-2 0,2 2-1 16,4 2 1-16,-2 0-4 0,2 1-9 16,1 0 9-16,-1 2 6 0,1-2-15 0,3 0-10 15,-2 0 3-15,3 1 7 0,0 4-16 0,-1-3 2 16,-1 1-2-16,-1 1-12 0,-3 3 28 15,4-2-17-15,-3 1 2 0,-3-1-10 0,-2-3-6 16,1 1 11-16,-3-5-12 0,2-2-27 16,-3-6-10-16,-4-6-32 0,3-4-53 0,-4-23-56 15,0-3-52-15,3-6-120 0,-2-2-158 16,0-8-290-16,1-6 257 0,2-11-36 16</inkml:trace>
  <inkml:trace contextRef="#ctx0" brushRef="#br0" timeOffset="-169328.66">17725 3927 721 0,'0'0'284'0,"-2"11"-46"0,2-11-19 16,0 0-20-16,0 0-12 16,-3 8-15-16,3-8-12 0,0 0-17 0,0 0-26 15,0 0-15-15,0 0-11 0,0 0-7 0,0 0-12 16,-5-6-13-16,5 6-9 0,0-12-8 16,0 12-9-16,0-15-4 0,0 4-8 0,0-1-3 15,3-4-7-15,-1-1 0 0,1-1-1 0,3-2-5 16,-3-1 8-16,3 1 10 0,-1 1 10 15,0-1 2-15,-1 4 0 0,4 2-2 16,-3 0-3-16,0 3-1 0,-3 0-10 16,2 2-8-16,-4 9 0 0,8-15-2 0,-8 15 5 15,0 0 0-15,10-8 1 0,-10 8 1 0,0 0-5 16,8 7 0-16,-8-7 0 0,5 17-1 16,-4-6-3-16,0 2-2 0,2 2 0 0,-2 2-1 15,3 1 1-15,-3 0-2 0,3 0-1 0,-1-1 0 16,-1 0 3-16,2-3-2 0,0 1 0 15,-1-4 4-15,-1-1 2 0,2-1 9 0,-4-9 1 16,10 14-6-16,-10-14 0 0,12 8-3 16,-12-8-5-16,17-2-6 0,-17 2-4 0,23-10-1 15,-9 2-3-15,2-3-4 0,0-2-2 0,0-1-3 16,3-5 4-16,-2-2 4 16,1 2 2-16,1 2 2 0,-3 0 2 0,-1 3 1 15,-1 1 3-15,-1 1 3 0,-3 2 1 0,-1 2 1 16,1 0 6-16,-10 8 11 0,13-8 14 15,-13 8 18-15,0 0 4 0,0 0 3 0,20 5 6 16,-20-5-2-16,6 14 5 0,-4-4 5 0,-1 1 4 16,1 2-8-16,-2 2-10 0,1 2 2 15,0 1-17-15,-1 1-3 0,0 0-15 0,2 2 3 16,-2-3-8-16,2 3-13 0,-1-1-3 16,1-3-28-16,0 0-12 0,0-1-31 0,1-3-44 15,0-1-49-15,-1-1-54 0,0-2-95 0,-2-9-154 16,3 12-516-16,-3-12 298 0,0 0-187 15</inkml:trace>
  <inkml:trace contextRef="#ctx0" brushRef="#br0" timeOffset="-168300.57">20261 3096 379 0,'0'0'82'0,"-20"-1"-109"16,20 1-114-16,0 0 41 0,-21-3 34 16</inkml:trace>
  <inkml:trace contextRef="#ctx0" brushRef="#br0" timeOffset="-166891.42">22359 2969 482 0,'0'0'272'15,"0"0"-44"-15,0 0-22 0,0 0-16 0,-1-11-13 16,1 11-30-16,0 0 14 0,0 0-27 15,0 0-8-15,0-12-13 0,0 12-14 0,0 0-14 16,0 0-3-16,1-9-8 0,-1 9-5 0,0 0-10 16,0 0-8-16,4-11-5 0,-4 11-8 15,0 0-7-15,0 0 2 0,4-7-5 16,-4 7-7-16,0 0-4 0,0 0-4 0,0 0-2 16,0 0-3-16,0 0-1 0,0 0-2 15,0 0-2-15,0 0 2 0,0 0 2 0,8 10-3 16,-8-10-3-16,1 22 2 0,-2-7-3 15,-2 4 3-15,3 6-4 0,-1 3 5 0,-3 7 14 16,2 8 14-16,0 6 1 0,-2 5-1 0,3 0 23 16,-3 17-9-16,-1 1-2 0,0 6 5 15,-2 4 2-15,1 4 16 0,3 5 29 0,0 8 37 16,0 22-7-16,2 5-31 0,2 3-20 16,-1 2-19-16,6 2 13 0,-3 4-18 15,4 3 14-15,2 1 7 0,2 2-7 0,2-1 11 16,2 4-14-16,1-1-18 0,0 0-9 0,3 0-4 15,-1-1 19-15,1 0-19 0,-1-2-20 16,0-3-25-16,-3 0-31 0,3-4-35 0,-1-4-46 16,-5-3-54-16,0-2-76 0,-2-8-124 15,-6-23-224-15,-3-5-344 0,-1-3 291 0,-2-9-164 16</inkml:trace>
  <inkml:trace contextRef="#ctx0" brushRef="#br0" timeOffset="-165659.58">18767 3729 394 0,'0'0'252'0,"0"0"-54"0,-10-4-28 16,10 4-14-16,0 0-22 0,0 0-19 16,-13-4-14-16,13 4-14 0,0 0-14 0,0 0-14 15,0 0 2-15,0 0-13 0,0 0-10 0,0 0 19 16,0 0 10-16,0 0-7 0,0 0 7 15,0 0-28-15,0 0 27 0,0 0-4 0,14 5-3 16,-14-5-6-16,31 3 8 0,-12-1-7 16,9 1 1-16,8-2-5 0,2 2-11 15,13 0-5-15,4-2-13 0,10 2 0 0,14 0-3 16,9-1-3-16,5 0-1 0,11-1-8 16,9 0-1-16,26-1 7 0,7-1 2 0,6 0-3 15,7-1-3-15,0 0-8 0,2-1-10 0,1 2-8 16,-1-1-17-16,2 2-15 0,-4 0-6 15,1 0-20-15,-7 2-6 0,-4-2-23 0,-6 1-13 16,-8 0-32-16,-26-1-35 0,-9-1-52 0,-4-2-304 16,-14 2 163-16,-9-3 166 15</inkml:trace>
  <inkml:trace contextRef="#ctx0" brushRef="#br0" timeOffset="-164779.45">19513 3795 319 0,'12'-9'241'0,"-12"9"-43"15,6-8-15-15,-6 8-13 0,0 0-5 0,11-7-28 16,-11 7-22-16,0 0-24 0,7-7-19 15,-7 7-10-15,0 0-15 0,0 0 1 0,0 0-13 16,11 9-8-16,-11-9 11 0,6 19 5 0,-5-2 9 16,3 4-10-16,-2 4-1 0,2 9 14 15,1 11-15-15,-1 6 23 0,3 12-1 0,-3 9-13 16,2 4 14-16,-2 7 2 0,1 5 1 16,2 6-2-16,4 23 20 0,0 0-19 0,-1 4-9 15,4-2-14-15,-5 2-14 0,5-3 13 0,2-2-11 16,0-1-5-16,2-2-8 0,-2-3-7 15,3-6 1-15,-3-16-5 0,-1-1-7 16,3-3-9-16,-1-2-29 0,-1-2-43 0,1-4-76 16,-6-2-125-16,1-5-508 0,-4-5 258 15,-4-12-37-15</inkml:trace>
  <inkml:trace contextRef="#ctx0" brushRef="#br0" timeOffset="-164072.89">20899 3726 525 0,'-4'11'365'0,"0"2"-51"15,2 4-47-15,-1 2-36 0,3 5-16 0,-1 4-25 16,-2 5-26-16,5 8-19 0,-2 7-22 0,0 6 3 15,2 16-10-15,-1 3-7 16,2 9-3-16,1 2-7 0,1 9 0 0,1 2 9 0,2 23-1 16,1 3-1-16,2 2-4 0,1 1-4 15,-1 1-24-15,6-4-3 0,-1 0-9 16,2-1-19-16,1-1-13 0,-1-6-5 0,4-1 5 16,0-4 4-16,-2-2-7 0,-1-3-23 15,0-17-43-15,-5-1-52 0,2-3-67 0,-4-2-72 16,-3-6-110-16,1-4-183 0,-3-6-338 0,-3-14 274 15,-2-4-98-15</inkml:trace>
  <inkml:trace contextRef="#ctx0" brushRef="#br0" timeOffset="-160547.87">24052 2986 491 0,'0'0'217'15,"0"0"-36"-15,-2-11-14 0,2 11-11 16,0 0-7-16,0 0-9 0,0 0-7 15,0 0-11-15,2-12-25 0,-2 12 12 16,0 0 0-16,0 0-4 0,5-7-20 0,-5 7 10 16,0 0-8-16,0 0-6 0,8-8-9 0,-8 8-2 15,0 0-4-15,0 0-7 0,0 0-5 16,10-4-5-16,-10 4-6 0,0 0-9 0,0 0-11 16,0 0-6-16,0 0 2 0,0 0-6 0,0 0 5 15,9 8 1-15,-9-8 5 0,3 18 1 16,-2-3 2-16,0 2-6 0,-1 8 6 0,0 3-6 15,-1 8-1-15,1 8-5 0,-1 5-4 16,-1 5 17-16,-2 13-1 0,3 4 1 16,0 6 1-16,0 6 0 0,2 4 0 0,0 7-3 15,-1 6 37-15,1 26 2 0,5 8 20 16,-1 4 1-16,1 7-4 0,4 4-5 0,-1 7-9 16,0 2-27-16,1 3 1 0,-1 0 2 0,0 3-17 15,1 0 0-15,-1-1-10 0,0-2 7 16,-1 1-5-16,2-4-37 0,-1 0-30 0,-4-2-38 15,5-3-36-15,-2-1-59 0,-3-3-77 16,0-4-130-16,0-5-592 0,-1-7 299 0,-4-8-190 16</inkml:trace>
  <inkml:trace contextRef="#ctx0" brushRef="#br0" timeOffset="-159359.53">19832 3263 776 0,'0'0'495'15,"0"0"-116"-15,0 0-66 0,0 0-47 0,0 0-33 16,-3 8-21-16,3-8-14 0,0 0-17 0,-3 11-22 16,3-11-19-16,0 13-19 15,0-3-13-15,-1 1-17 0,-1 2-14 0,2 0-1 16,-1 5-5-16,0-1-17 0,-3 2-12 0,3 3-11 15,-2 1-4-15,0-1-3 0,0-1-4 16,-1-3 2-16,0 0-11 0,2 0-10 0,-1-4-9 16,-2 1-11-16,0 0-21 0,1-4-35 15,0 0-26-15,1-1-27 0,-1-1-21 0,0 0-37 16,4-9-44-16,-8 11-66 0,8-11-94 0,-9 8-403 16,9-8 258-16,0 0-42 0</inkml:trace>
  <inkml:trace contextRef="#ctx0" brushRef="#br0" timeOffset="-159048.83">19784 3404 887 0,'0'0'405'16,"6"-15"-85"-16,-6 15-49 0,9-16-31 0,-4 9-26 16,3 0-33-16,2-1-24 0,2 1-19 15,1-1-11-15,1 2-17 0,1 0-20 0,1 2-11 16,1 0-18-16,2 1-13 0,-1 3-10 0,-18 0-10 15,29 0-5-15,-15 3-5 0,2 2-2 16,-5 1-4-16,-1 2-2 0,0 1 1 0,-2 1-2 16,-4 2-2-16,0 2-2 0,-4 0 26 15,-4 2-2-15,0 1-8 0,-4 2 1 16,-2-1-6-16,0 2 1 0,-6 0-3 0,-1 1-1 16,-3-2 2-16,-1 0-1 0,1 0-5 15,-3-3 1-15,0 0-2 0,1-3-3 0,0-1-23 16,2-3-19-16,1 0-33 0,-3-2-39 0,5-3-45 15,-2-1-34-15,3-1-49 0,16-2-82 16,-32-2-105-16,19-1-264 0,2 0 220 0,3-3 52 16</inkml:trace>
  <inkml:trace contextRef="#ctx0" brushRef="#br0" timeOffset="-158393.28">20201 3431 315 0,'0'0'138'15,"-4"-11"-32"-15,4 11-20 0,0 0-27 0,-2-11-11 16,2 11-8-16,0 0 5 0,-4-10 11 0,4 10 15 15,0 0 4-15,0 0 6 0,-4-10 5 16,4 10-4-16,0 0 5 0,0 0-2 16,0 0-1-16,-1-10-4 0,1 10 2 0,0 0-4 15,0 0 19-15,0 0-4 0,0 0 4 16,0 0-17-16,0 0 13 0,7-8 1 0,-7 8-5 16,0 0 6-16,0 0-2 0,0 0-10 15,0 0-2-15,3 13-4 0,-3-13 0 0,-4 12-3 16,-1-4 0-16,0 3 1 0,0 2 5 15,-2 0-1-15,0 2-6 0,-3 2-5 0,-1 1-6 16,1 0 1-16,0-1-5 0,-1-1-10 16,-1 2 2-16,1-1 0 0,0-3-7 0,2-1 5 15,-1-2-7-15,4 0 0 0,-2-3-6 16,3-1 4-16,5-7-3 0,-10 11-3 0,10-11-17 16,0 0-7-16,0 0-10 0,0 0 6 0,0 0 1 15,-10-9-3-15,12 1-7 0,2-3 4 16,1-3-4-16,4-3-12 0,1-2-2 0,3-3-10 15,1-3-3-15,0 2 1 0,4 1 1 16,-1 0 9-16,0 1 4 0,2 2 4 0,0 1 8 16,-3 5-3-16,-2 0 7 0,3 2 7 15,-2 3-1-15,-1 0 4 0,0 4-2 16,-14 4 0-16,23-4 15 0,-23 4-5 0,20 4 11 0,-20-4-6 16,13 10 0-16,-8-1 1 0,-1 0-3 15,-3 3-5-15,1 1 1 0,-1 1 10 16,-2 2-7-16,-1 2-9 0,-1 0 4 0,0 0-10 15,-3 2 3-15,3-2-2 0,-2 0-13 0,-1-1-7 16,-1-1-31-16,2-2-34 0,1 0-41 16,-1-2-39-16,1-2-65 0,-2 1-57 0,1-4-112 15,5-7-526-15,-12 7 288 0,12-7-143 16</inkml:trace>
  <inkml:trace contextRef="#ctx0" brushRef="#br0" timeOffset="-158201.33">20153 3517 951 0,'0'0'484'0,"-4"-7"-113"0,4 7-68 0,0 0-47 15,0 0-33-15,0 0-18 0,0 0-4 16,4-12-24-16,-4 12-30 0,0 0-29 0,16-4-31 16,-16 4-26-16,17-1-43 0,-17 1-52 0,20-1-60 15,-20 1-75-15,27 0-71 0,-27 0-93 16,24-1-122-16,-24 1-268 0,24-3 235 0,-24 3 23 15</inkml:trace>
  <inkml:trace contextRef="#ctx0" brushRef="#br0" timeOffset="-157784.96">20396 3450 757 0,'10'-8'488'0,"-10"8"-100"0,12-5-58 0,-12 5-36 15,10-6-38-15,-10 6-39 0,15-6-28 16,-15 6-23-16,18-7-24 0,-18 7-30 0,22-3-19 15,-22 3-18-15,23-1-12 0,-23 1-16 0,23 1-10 16,-23-1-9-16,23 3-17 0,-23-3-22 16,20 7-12-16,-20-7-9 0,22 7-17 15,-22-7 2-15,19 7-8 0,-19-7-29 0,23 7-40 0,-23-7-45 16,20 4-16-16,-20-4 6 16,0 0 10-16,27-2 23 0,-27 2 18 0,17-7 21 15,-17 7 22-15,19-9 15 0,-13 2 33 0,3-1 18 16,1 0 42-16,-2 0 30 0,1-2 17 15,0 1 48-15,-1 0 20 0,-2 2 13 0,0 1 9 16,-6 6 13-16,11-12-7 0,-11 12-11 16,9-10-24-16,-9 10-15 0,0 0-13 0,0 0 7 15,0 0 4-15,0 0 17 0,0 0-8 0,-26 8 9 16,13 3-7-16,-1 2-5 0,-5 4 3 16,0 2-17-16,-4 1-12 0,-1 6-16 15,-2-1-9-15,2 1-15 0,-3 3-10 0,2-4-13 0,1-2-1 16,6-2-5-16,-1-2-21 0,3-2-30 15,2-3-45-15,3 0-60 0,-1-2-56 16,3-1-45-16,2-4-68 0,-1 0-99 0,8-7-229 16,0 0-333-16,-14 4 295 0,14-4-176 15</inkml:trace>
  <inkml:trace contextRef="#ctx0" brushRef="#br0" timeOffset="-156871.06">22760 3359 890 0,'0'0'354'0,"13"7"-59"0,-13-7-30 0,1 14-43 0,-1-3-25 0,0 2-36 16,0 1-5-16,-1 3-18 0,0 2-20 0,-1 2-20 15,1 2-13-15,-3 2-20 0,-1 0-15 0,1 1-4 16,-1 2-12-16,1-3-5 0,-2 0-8 16,2-3-5-16,0-3-11 0,0 0-18 0,2-3-21 15,-1-2-44-15,-1 1-44 0,0-3-54 16,0-3-92-16,4-9-155 0,-7 11-251 0,7-11 215 16,0 0 62-16</inkml:trace>
  <inkml:trace contextRef="#ctx0" brushRef="#br0" timeOffset="-156676.21">22741 3452 970 0,'6'-11'415'16,"2"2"-71"-16,0-2-39 0,-1 2-43 0,5-1-50 16,-1-1-44-16,4 0-31 0,-1 1-28 0,4-1-25 15,0 0-17-15,3 1-18 0,0-1-24 16,1 3-32-16,0-1-48 0,1 1-49 0,-2 1-65 15,2 3-92-15,-5-1-111 0,-2 3-318 0,-1 0 221 16,-15 2 50-16</inkml:trace>
  <inkml:trace contextRef="#ctx0" brushRef="#br0" timeOffset="-156502.36">22886 3521 773 0,'-7'9'521'0,"0"-1"-128"0,7-8-72 15,-10 13-61-15,10-13-56 0,-5 10-38 0,5-10-29 16,0 0-28-16,1 10-26 0,-1-10-15 16,15 5-21-16,-15-5-27 0,26 0-45 0,-26 0-61 15,28 0-79-15,-9-2-63 0,-1 2-85 16,-3-3-413-16,-15 3 236 0,31-4 22 0</inkml:trace>
  <inkml:trace contextRef="#ctx0" brushRef="#br0" timeOffset="-156257.78">23094 3564 870 0,'0'0'411'0,"0"0"-76"16,4 10-35-16,-4-10-36 0,0 0-44 0,0 0-48 16,0 0-38-16,0 0-23 0,0 0-23 0,-1 11-6 15,1-11-17-15,-3 11-7 0,3-11-12 16,-5 15-7-16,1-5-7 0,1 1-9 15,-1 0 0-15,0 5-9 0,0-4-1 0,-1 6-5 16,0-3-12-16,0 1-20 0,-2 1-20 16,4-3-28-16,-3 1-39 0,2-2-38 0,1-1-47 15,-1-1-48-15,0-3-94 0,4-8-334 16,-11 13 214-16,11-13 63 0</inkml:trace>
  <inkml:trace contextRef="#ctx0" brushRef="#br0" timeOffset="-155718.23">23035 3634 723 0,'0'0'410'0,"8"-8"-78"16,-8 8-57-16,10-9-36 0,-10 9-33 0,17-8-40 16,-17 8-33-16,19-8-29 0,-9 3-26 0,3 2-10 15,-13 3-20-15,24-5-7 0,-24 5-7 16,26-3-6-16,-26 3-7 0,25-1-6 0,-25 1 0 15,22 4-3-15,-22-4-2 0,19 5 1 0,-19-5-1 16,14 9-5-16,-8-1 0 0,0 0 1 16,-2 1 1-16,-2 1 4 0,-1-1 0 0,2 4 6 15,-2-1 7-15,-1 1 5 0,0-1 6 16,0 2 0-16,-1-1-3 0,1 2 3 0,0-2 1 16,-3 0-3-16,3-1-4 0,0 1 0 15,2-2-9-15,-1 0 1 0,-1-11-5 16,5 18-3-16,-5-18 0 0,8 13-7 0,-8-13-1 15,12 11-9-15,-12-11-9 0,19 2-11 0,-19-2-16 16,25-3-14-16,-11-3-15 0,2-2-16 16,2-1-3-16,0-4-5 0,-1 0-7 0,2-5-5 15,0 0 28-15,-2-1 12 0,-4 3 18 0,0 0 19 16,-5 3-6-16,-3 0 35 0,1 2-1 16,-3 0 18-16,-2 2 27 0,-1 9 9 0,-1-14 3 15,1 14 1-15,-9-8 9 0,9 8 8 16,0 0 13-16,-17-3 0 0,17 3 3 0,-17 7 3 15,8-2 4-15,-2 3-4 0,1 1 2 16,1 1-10-16,0 1 2 0,3 1-10 16,-2 1-17-16,3-1-6 0,1 1-6 0,3-2-8 15,1 1-10-15,1-2-4 0,3 1-17 0,0-1-16 16,7 0-19-16,1 1-28 0,3-3-37 16,6 1-57-16,-1-3-75 0,4-2-95 0,-3-2-157 15,4-4-390-15,2-2 277 0,2-2-103 16</inkml:trace>
  <inkml:trace contextRef="#ctx0" brushRef="#br0" timeOffset="-154260.6">25045 3238 997 0,'0'0'358'0,"-6"-7"-44"0,6 7-34 0,0 0-31 16,0 0-39-16,0 0-40 0,-3-8-21 0,3 8-26 15,0 0-13-15,0 0-13 0,0 0-13 0,0 0-14 16,0 0-10-16,0 0-13 0,0 0-3 16,0 0 21-16,0 0 8 0,0 0 16 0,0 0-1 15,0 15 6-15,-2-5 9 0,-2 2 17 16,1 1 3-16,-2 3-13 0,-2 4 3 16,2 0-6-16,-1 3 5 0,-1 1-6 0,-3 2-13 15,3 1-16-15,0 1-11 0,-1 0-13 16,0 0-6-16,3-5-10 0,1 0-7 0,0-2-5 15,1 0-8-15,-1-4-3 0,3 2-7 0,0-4-34 16,-1-1-40-16,1-2-59 0,1 0-41 16,-3-1-32-16,3-11-13 0,0 15-45 0,0-15-64 15,-3 11-82-15,3-11-146 0,0 0-332 16,0 0 278-16,-8-7-115 0</inkml:trace>
  <inkml:trace contextRef="#ctx0" brushRef="#br0" timeOffset="-153895.29">24608 3271 727 0,'0'0'331'0,"0"0"-61"0,0 0-8 16,0 0-19-16,0 0-19 0,0 0-19 0,13-4-38 15,-13 4-20-15,27-3-27 0,-8 2-15 16,5-2-21-16,3 0-16 0,0-1-17 0,7-1-5 15,1 2-10-15,0 0-9 0,1-1-15 0,-3 1-27 16,1-1-42-16,-5 0-46 0,-1 2-62 16,-3 0-43-16,-2 2-55 0,-3-2-92 0,-1 2-260 15,-19 0 189-15,30-1 109 0</inkml:trace>
  <inkml:trace contextRef="#ctx0" brushRef="#br0" timeOffset="-153500.89">24714 3821 678 0,'0'0'241'0,"-7"7"-39"16,7-7-27-16,0 0-32 0,0 0-4 0,0 0-23 15,0 0 2-15,0 0-19 0,0 0-29 16,11 6 15-16,-11-6-15 0,0 0-8 0,22-5-3 15,-22 5-2-15,23-5-9 0,-23 5-12 16,28-7 11-16,-13 3-12 0,2 0-17 0,2-1 3 16,1-1-7-16,-1 2-26 0,-1-2-17 0,5 2-33 15,-4-1-40-15,-2 2-60 16,1-2-50-16,-3 1-76 0,2 1-233 0,-1 0 159 16,-16 3 180-16</inkml:trace>
  <inkml:trace contextRef="#ctx0" brushRef="#br0" timeOffset="-152383.74">25199 3569 1066 0,'0'0'364'0,"3"-12"-77"0,-3 12-61 0,5-6-34 16,-5 6-39-16,0 0-38 0,8-10-25 15,-8 10-8-15,0 0-21 0,0 0-9 0,13-3-10 16,-13 3-14-16,0 0 2 0,12 4-7 0,-12-4-7 15,7 12 3-15,-7-12-11 0,4 13 8 16,0-3-7-16,-3 1 10 0,1-1 3 16,0 1-1-16,-2 1 4 0,0 1 2 0,0 1 5 15,-2 0 3-15,0 0 3 0,1 1-3 16,-2 0-1-16,0 0-4 0,0-2-3 0,-1 1-7 16,-1-1-6-16,1-3 1 0,1 1-2 15,0-2-3-15,-1 0-5 0,0-2 4 0,4-7-1 16,-5 13-2-16,5-13-1 0,-9 10-4 0,9-10-5 15,0 0-1-15,0 0-3 0,-10 4 0 16,10-4-6-16,0 0-6 0,-8-10-4 0,8 10-1 16,-1-14-3-16,1 14-1 0,-1-19 2 0,2 7-5 15,-1 0-3-15,1-1 5 0,3-2 4 16,-1-1 1-16,-1 2 0 0,4-2-1 16,1 2 12-16,-2-1 5 0,0 2 0 0,3 0 1 15,-3 1-4-15,4 0 5 0,-3 0-3 16,3 1 9-16,-1 2 2 0,1 1-3 0,0 0 2 15,-3-1-6-15,3 4 8 0,1-1 3 16,-10 6-5-16,17-8 0 0,-17 8-5 0,15-6 8 16,-15 6 0-16,14-2 8 0,-14 2-4 0,0 0-6 15,22 4 6-15,-22-4 0 0,10 5 4 16,-10-5-1-16,12 9 5 0,-12-9-1 0,7 15 0 16,-7-15 7-16,9 14-1 0,-9-14 2 0,4 19 8 15,-3-8-1-15,2-1 1 16,-3 0 10-16,1 3 2 0,-1-1-5 0,0 0 0 15,0 0-7-15,-1 0 1 0,0 0 4 16,-1 0 6-16,1-1-3 0,-1 0-2 0,0-1 1 16,0-1-5-16,-1 2-3 0,3-11 1 0,-4 15-5 15,4-15 0-15,-4 13-4 0,4-13 0 16,-5 13 2-16,5-13-5 0,-6 9 0 0,6-9-5 16,0 0 1-16,-8 10-1 0,8-10-5 0,0 0 1 15,-9 5-3-15,9-5-1 0,0 0-8 16,0 0-5-16,-10-6-3 0,10 6-4 0,0 0-4 15,-7-13-3-15,7 13-4 0,-3-14 2 16,3 14-3-16,-1-17 3 0,1 17 6 0,0-16 4 16,1 4-1-16,0 3 2 0,1-2 3 0,-1 0 3 15,1 0-2-15,3 0 0 16,-1 1 0-16,1-2-1 0,-1 0 1 0,1 0 1 16,3 3-1-16,0-2 2 0,-2 3 0 0,0-1 2 15,2 1 18-15,1-1-3 0,1 2-6 16,-1-2-1-16,2 3 0 0,0 1-3 0,-1-2 1 15,0 3 0-15,-10 4 4 0,19-8-6 0,-19 8-2 16,19-4 11-16,-19 4-9 0,17-3 1 16,-17 3-1-16,0 0 8 0,20 1-5 0,-20-1-5 15,12 6 6-15,-12-6 0 0,7 8 7 16,-7-8 3-16,6 11 7 0,-6-11 2 16,4 15 3-16,-3-5 6 0,-2 1 2 0,1 0 17 15,0 3 2-15,-2-1-18 0,2 2-5 16,-2 2-4-16,0-2-2 0,1 3-4 0,0-1-8 15,-2-2-4-15,2 2 3 0,0-5 1 0,-2 2-4 16,3-4-7-16,-1 2-18 0,1-12-21 16,-1 19-25-16,1-19-30 0,0 15-28 0,0-15-49 15,-2 11-78-15,2-11-117 0,0 0-532 16,0 0 282-16,0 0-127 0</inkml:trace>
  <inkml:trace contextRef="#ctx0" brushRef="#br0" timeOffset="-151760.5">25872 3641 559 0,'0'0'227'0,"0"0"-40"0,0 0-13 16,0 0-25-16,0-12-14 0,0 12-10 0,0 0-10 16,0 0-32-16,-3-9-1 0,3 9-25 0,0 0 7 15,-7-7-13-15,7 7-5 16,0 0 14-16,-10-6 11 0,10 6-2 0,0 0 3 16,-15-5-5-16,15 5 14 0,0 0 2 0,-19-1-1 15,19 1-2-15,-16 1-2 0,16-1-10 16,-20 7 0-16,10-2-5 0,-2 1-7 0,2 1-3 15,-2 0-3-15,1 2-2 0,-2 0-6 16,4 3-4-16,-3-2-5 0,3 3-8 0,0-2 4 16,0 1-1-16,2 1-3 0,2-2-2 0,1 0-4 15,1 0 1-15,1-1 0 0,2-10-1 16,2 19-5-16,-2-19 0 0,6 15-2 0,-6-15-2 16,10 13-1-16,-10-13-6 0,19 4 0 15,-19-4-11-15,17 3-8 0,-17-3-10 16,24-3-7-16,-24 3-9 0,26-10-3 0,-12 3 1 15,0-1 9-15,-1 0 2 0,-1-3 9 0,2 1 7 16,-1-2 5-16,-3 2 10 0,1-2 8 16,-1 2 7-16,-1 0 7 0,-3 1 7 0,0 0 1 15,2 2 4-15,-8 7-2 0,10-13-3 16,-10 13-6-16,7-9-8 0,-7 9-1 0,6-8-1 16,-6 8-4-16,0 0 0 0,0 0-3 0,0 0 5 15,0 0-4-15,0 0 9 0,0 0-2 16,10 6-3-16,-10-6 2 0,0 11-4 15,0-11 0-15,0 14-3 0,0-14 4 0,1 15-10 0,-1-15-11 16,4 14-16-16,0-5-27 16,-4-9-27-16,9 12-40 0,-9-12-40 0,11 13-47 15,-11-13-63-15,13 6-93 0,-13-6-358 16,19 3 236-16,-19-3 23 0</inkml:trace>
  <inkml:trace contextRef="#ctx0" brushRef="#br0" timeOffset="-151147.95">26310 3548 660 0,'0'0'351'0,"0"0"-83"16,-3-13-70-16,3 13-17 0,0 0-41 0,-5-12-16 16,5 12-25-16,0 0-30 0,-7-9 3 0,7 9-22 15,0 0 0-15,-12-7-19 0,12 7 1 16,0 0 15-16,-14-4 11 0,14 4 4 0,0 0-2 15,-19 3 15-15,19-3 2 0,-13 7 0 0,13-7-6 16,-18 7 3-16,9-1-4 0,-1 2-3 16,0 0-3-16,-1 2-10 0,2-1-6 0,-3 1-13 15,3 3 5-15,0-2-2 0,-1 1-1 16,3-1 1-16,0 3-5 0,-1-4-4 16,3 0-1-16,0 1-2 0,1-3-2 0,3 3-8 15,1-11 2-15,-2 16-1 0,2-16-3 16,2 11-2-16,-2-11-2 0,7 8-4 0,-7-8-7 15,12 6-10-15,-12-6-11 0,0 0-11 0,23-2-3 16,-23 2-9-16,18-6 1 0,-18 6-3 16,19-11 4-16,-9 3 8 0,-1 0 6 0,3-1 9 15,-3 1 6-15,0 0 12 0,-2-1 9 16,0 1 13-16,-1 2 11 0,1-2 7 0,-7 8 8 16,10-11 9-16,-10 11 3 0,7-10-1 0,-7 10-14 15,5-9-5-15,-5 9-7 0,0 0-1 16,9-9-10-16,-9 9-4 0,0 0 2 15,0 0 1-15,0 0 16 0,0 0 10 0,0 0 10 16,9 6 1-16,-9-6 7 0,0 11 3 16,0-11 4-16,0 16 13 0,-2-7-4 0,-1 2 0 15,2 2 6-15,0-1 11 0,-2 5 23 0,3-1-7 16,-2 3-17-16,0 0-16 0,0-1-15 16,-1-1-11-16,1 1-12 0,0 0-7 0,-2-1-4 15,1-1-6-15,-2-2-7 0,0 0-4 16,-1-1 0-16,1-2-8 0,0 0-12 0,-4-3-41 15,2-1-51-15,-2 0-60 0,0-3-57 0,9-4-32 16,-25 5-37-16,25-5-40 0,-24-1-5 16,24 1-3-16,-25-5-58 0,13-3-123 0,3 0-234 15,0 0 246-15,4-3 2 0</inkml:trace>
  <inkml:trace contextRef="#ctx0" brushRef="#br0" timeOffset="-150680.73">26427 3698 443 0,'0'0'300'0,"13"-6"-49"0,-13 6-27 15,0 0-25-15,0 0-27 0,14-4-12 16,-14 4-21-16,0 0-7 0,17-3-13 0,-17 3-10 15,0 0-22-15,18-1-22 0,-18 1-6 0,15-3-9 16,-15 3-18-16,16-5 2 0,-16 5-13 16,18-6-2-16,-18 6-7 0,18-10 3 0,-8 4-3 15,-1 0-13-15,0-1 10 0,-1 0 1 0,2 0-2 16,-5 0 5-16,2-2 5 0,-1 0 1 16,0 3 2-16,-3-2-2 0,-3 8-1 0,6-17 8 15,-6 17-4-15,1-12 0 0,-1 12-1 16,-1-11-1-16,1 11 9 0,-5-9 1 15,5 9 3-15,-10-5 5 0,10 5 8 0,0 0 9 0,-21-2 14 16,21 2 2-16,-19 6 5 16,19-6 5-16,-22 10 8 0,9-3 4 0,1 1 14 15,-2 3-1-15,3 3 14 0,-3 0-2 0,2 0-10 16,2 2 7-16,0 1-1 0,2 0-10 16,4 1-7-16,-1-2-12 0,4 0-13 0,1-1-16 15,1 0-13-15,4 2-6 0,0-4-7 0,3 0-40 16,3 0-63-16,5-2-62 0,3-1-57 15,3-1-93-15,2-3-194 0,3-3-699 0,-1-5 366 16,2 1-344-16</inkml:trace>
  <inkml:trace contextRef="#ctx0" brushRef="#br0" timeOffset="-149285.31">27190 3057 645 0,'1'-11'308'16,"-1"11"-46"-16,0 0-46 0,0-14-23 0,0 14-31 15,0 0-19-15,-1-12-19 0,1 12-18 16,0 0-14-16,0 0 18 0,-16-1 0 0,16 1-3 16,-13 7-8-16,2 0-5 0,0 6-9 0,0 2 5 15,-6 6-5-15,2 1 2 0,-4 7-1 16,3 2-13-16,-2 3 4 0,4 2-6 0,-1 0 11 16,2 3 0-16,-1-2-15 0,4 5-10 15,1-3-7-15,0 1-3 0,7-7-10 0,0 1-2 16,4-1-10-16,2 1 0 0,4-3-6 15,5 2-2-15,6-2-24 0,1-2-41 0,5-4-56 16,0-2-85-16,2-8-84 0,3-5-162 16,1-1-479-16,-1-7 285 0,0-4-139 0</inkml:trace>
  <inkml:trace contextRef="#ctx0" brushRef="#br0" timeOffset="-148899.83">27495 3090 771 0,'0'0'348'0,"0"0"-42"0,-4 8-40 0,4-8-23 15,-5 16-21-15,3-6-31 0,2 5-28 16,-2 2-14-16,0 0-16 0,-1 8-13 0,-1 0-11 16,0 4 13-16,1 4-21 0,-3 1-6 15,0-1-17-15,0 0-19 0,1 0-7 16,0 0-10-16,-1-2-11 0,1 0-1 0,-1-8-12 15,2 0-5-15,0-2-14 0,3-3-28 16,-3-2-46-16,2-3-45 0,-1 0-67 0,1-2-86 16,2-11-177-16,-6 9-351 0,6-9 262 0,0 0-47 15</inkml:trace>
  <inkml:trace contextRef="#ctx0" brushRef="#br0" timeOffset="-148579.95">27432 3126 958 0,'8'-6'315'16,"1"1"-86"-16,2 0-24 0,4 0-22 0,1 2-51 16,1 0-2-16,2 0-22 0,0 3-25 0,1 2-11 15,5 2-16-15,0 1-5 0,-2 3-9 16,5 1-5-16,-4 4-18 0,2 2 9 0,-4 0-2 15,-3 3-3-15,-3 1-5 0,-3 2-3 16,-2-1 11-16,-4 2-7 0,-3-1 12 0,-3 2 3 16,-2 1 17-16,-4-2-9 0,-3 6 0 0,-5-3-7 15,-1 2-3-15,-5 3-11 16,-4-3-1-16,-1-2-9 0,-2-2 0 0,-2 1-2 16,-4-4-7-16,3-2-9 0,-3-1-16 0,4-6-37 15,-1 0-55-15,2-2-45 0,3-2-97 16,3-6-155-16,2 1-246 0,2-4 209 0,17 2 75 15</inkml:trace>
  <inkml:trace contextRef="#ctx0" brushRef="#br0" timeOffset="-148028.14">28042 3432 465 0,'-9'-9'340'0,"9"9"-67"0,-10-6-21 16,10 6-38-16,0 0-20 0,-22-2-21 0,22 2-20 15,-18 3-1-15,7 0-14 16,-2 4-14-16,-1 2-1 0,0 2-8 0,-1 0-1 16,-2 3-11-16,2 4-8 0,2-2-17 0,-1 4-12 15,2-2-9-15,1 1-5 0,1 1-16 16,3-2-1-16,1-2-10 0,1 0-4 0,3-2 0 16,0 0-8-16,5-3 2 0,-1 0-11 0,2-2-20 15,2 0-29-15,4-4-35 0,-10-5-34 16,19 8-32-16,-19-8-24 0,27-1-15 0,-10-1-2 15,-1-3-13-15,4-4-17 16,-2 1 16-16,2-3 14 0,-1-2 30 0,-1-1 47 16,-1 3 58-16,-3-1 54 0,-3 1 48 0,-2 3 11 0,-1 0 15 15,-8 8 20-15,10-13 17 16,-10 13 10-16,0 0 9 0,7-7-3 0,-7 7-17 16,0 0-2-16,0 0-10 0,-8 7-5 0,8-7 4 15,-5 10-12-15,5-10-2 0,-4 15-2 16,4-15-5-16,-4 16-6 0,4-16-8 0,-1 16-11 15,1-16-12-15,1 18-6 0,-1-18-13 16,4 14-24-16,-4-14-40 0,8 13-79 0,-8-13-84 16,16 5-145-16,-16-5-466 0,21-4 265 0,-9-1-63 15</inkml:trace>
  <inkml:trace contextRef="#ctx0" brushRef="#br0" timeOffset="-147748.9">28471 3067 1047 0,'0'0'433'16,"-4"-15"-75"-16,4 15-30 0,0 0-41 0,-9-4-38 15,9 4-28-15,-8 7-26 0,8-7-16 16,-6 16-15-16,2-5-1 0,0 5-8 0,2 1-16 16,-1 5-11-16,-1-1-15 0,1 5-15 15,-1-1-21-15,-1 5-2 0,-2 1-12 0,2 1-7 16,0 2-16-16,-3 4-8 0,1 1-3 15,-2-1-3-15,1-1 0 0,1-4-9 16,0 1 1-16,0-3-3 0,1-1-4 0,1-5-6 16,1-2-6-16,1-3-33 0,1-3-33 0,-2-3-38 15,2-2-34-15,-2-2-57 0,4-10-78 16,-5 13-98-16,5-13-173 0,0 0-399 0,0 0 291 16,-6-8-163-16</inkml:trace>
  <inkml:trace contextRef="#ctx0" brushRef="#br0" timeOffset="-147548.71">28202 3425 818 0,'0'0'379'0,"0"0"-88"0,0 0-45 0,0 0-48 16,7-10-45-16,-7 10-31 0,19-5-15 15,-19 5-30-15,30-4-23 0,-10 0-34 0,3 0-27 16,4 0-31-16,2 0-9 0,1 2-17 0,4-2-31 15,1 2-26-15,-4 0-40 0,4-1-45 16,-6 2-77-16,1-1-172 0,-4-1 146 0,-2 2 231 16</inkml:trace>
  <inkml:trace contextRef="#ctx0" brushRef="#br0" timeOffset="-147067.4">28799 3351 406 0,'0'0'248'0,"0"0"-35"15,0 0-14-15,-13 3-6 0,13-3-6 0,-18 6-9 16,8-1-8-16,-4 0-12 0,1-1-6 0,-1 4-13 16,-1-1-10-16,-2 2-18 0,-1 3 12 15,0-1-11-15,-1 7-7 0,0-3-9 16,0 4-13-16,2-3-1 0,2 1-11 0,1 0-9 15,0-1-3-15,4 0-13 0,1 0-9 16,1-2-8-16,3 0-8 0,1-2 0 0,3-2-2 16,1 1-8-16,1-1-3 0,3 0-18 15,2-3-20-15,2 0-32 0,-8-7-18 0,18 8-22 16,-18-8-15-16,26 3-10 0,-26-3 12 0,32-6 4 16,-15 2 7-16,5-4 6 0,-3-2 21 15,2 0 10-15,0-5 16 0,-2 0 12 0,-1 1 25 16,-2-1 28-16,-1 1 7 0,-5 3 14 0,-1-2-6 15,-1 5 3-15,-2 0 6 0,-6 8 9 16,8-13 11-16,-8 13 3 0,0 0 8 0,2-10 5 16,-2 10 2-16,0 0 0 0,0 0-2 15,-5 10-9-15,5-10-2 0,-4 10-5 16,4-10-9-16,-4 19 0 0,4-19-4 0,-1 19-6 16,1-19-11-16,0 21-4 0,1-11-6 15,2 0-3-15,0 1-26 0,0-3-60 0,3 1-62 16,-3 0-55-16,6-3-75 0,-9-6-99 0,12 7-398 15,-12-7 248-15,0 0-8 0</inkml:trace>
  <inkml:trace contextRef="#ctx0" brushRef="#br0" timeOffset="-146520.1">28949 3175 586 0,'0'-12'238'16,"0"12"-25"-16,0-12-20 0,0 12-43 15,1-10-17-15,-1 10 0 0,0 0-12 0,4-12-9 16,-4 12-17-16,0 0 16 0,0 0 2 16,0 0-7-16,0 0 1 0,0 0-7 0,13 6-8 15,-13-6-4-15,2 19-2 0,1-8-3 16,-3 2-4-16,0 4 4 0,1 1 1 0,-1 1-2 15,-1 0 21-15,0 1-9 0,-1 3-5 0,1 0-5 16,-4 1-3-16,3-2-3 0,-1-1-14 16,1-3-15-16,-2 0-14 0,0-1-4 15,0-2-8-15,0 0 1 0,2-4-5 0,-1 2-7 16,-1-4 3-16,2 1-7 0,2-10 0 16,-3 13-2-16,3-13-7 0,0 0-15 0,0 13-20 15,0-13-2-15,0 0-12 0,0 0 0 0,21-4 1 16,-12-3-11-16,3-1 4 0,2 0 3 15,-1-1 5-15,2-2 8 0,3 0 12 0,-4 3 2 16,-1 1 9-16,2 0 6 0,-3 1-1 16,1 1 9-16,-13 5-1 0,20-7 12 0,-20 7 6 15,0 0 8-15,20 2 13 0,-20-2-4 16,7 8 17-16,-7-8 9 0,1 16 7 16,-2-7 7-16,-2 2 6 0,-1 0-6 0,-1 1-3 15,-1 0-11-15,-3 1 11 0,1-3-16 0,-1 0 5 16,0 2-25-16,-2-2-3 0,-1 0-1 15,0-1-7-15,0 0-2 0,-1-2-28 0,-2 0-29 16,2-2-41-16,-2 1-43 0,15-6-40 16,-27 5-51-16,27-5-41 0,-23 0-50 0,23 0-78 15,-21-5-492-15,21 5 277 0,-15-10-110 0</inkml:trace>
  <inkml:trace contextRef="#ctx0" brushRef="#br0" timeOffset="-145674.85">29269 3493 811 0,'0'0'323'0,"14"-9"-76"0,-14 9-43 16,9-9-40-16,-9 9-17 0,9-11-44 0,-9 11 11 15,9-10-6-15,-9 10-11 0,5-9-9 16,-5 9-11-16,5-8-11 0,-5 8-2 15,0 0-19-15,8-10-5 0,-8 10-11 0,0 0 2 16,0 0 9-16,0 0 9 0,0 0 3 16,-10 4 4-16,10-4 7 0,-17 15 2 0,8-5 10 15,0 1 4-15,-3 1 1 0,0 3 0 0,-2 1-3 16,0-1-1-16,1 1 4 0,1 0-7 16,1-2-2-16,2 0 2 0,1-1-19 0,1 0-10 15,1-1-9-15,2-3-4 0,1 2-5 0,3-11-5 16,-4 17-1-16,4-17-17 0,4 13-22 15,-4-13-30-15,13 11-38 0,-13-11-32 0,17 1-39 16,-17-1-26-16,22-1-24 0,-7-4-15 16,0-3-1-16,2 2 8 0,0-5 18 0,1-2 25 15,3-2 29-15,-6 0 52 0,3 0 51 16,-4 3 46-16,0-1 28 0,-4 1 17 16,-2 1 6-16,-1 4 5 0,0-2 0 0,-7 9-5 15,6-12 23-15,-6 12 4 0,0 0 8 0,0 0 4 16,0 0 2-16,-4-7 0 0,4 7 5 15,0 0 1-15,-9 8-3 0,9-8 1 0,-8 11-8 16,8-11-4-16,-6 13-14 0,6-13-8 16,-2 15-18-16,2-15-5 0,-1 13-5 0,1-13-11 15,2 13-7-15,-2-13-19 0,9 10-17 16,-9-10-32-16,15 9-21 0,-15-9-15 16,21 4-2-16,-21-4 1 0,22-2 1 0,-22 2 15 15,28-6 14-15,-13 0 3 0,0-1 15 0,4-4 12 16,-1 0 1-16,3-1 17 0,-4-1 14 15,0-1 12-15,-1 1 9 0,-3 0 7 0,0 3 3 16,-3-2 3-16,-1 3 4 0,-2-1-6 16,0 2-9-16,-7 8-3 0,5-13-8 0,-5 13-3 15,4-8-7-15,-4 8-4 0,0 0 6 0,0 0-4 16,0 0 2-16,0 0-6 16,0 0 8-16,-10 4 0 0,10-4-6 0,-6 10 5 0,6-10-2 15,-5 12 0-15,5-12 6 16,-3 13-2-16,3-13 0 0,0 14-3 0,0-14 4 15,0 14-3-15,0-14 3 0,1 19 11 0,2-10 21 16,-1 3-9-16,2-2-1 0,0 2-2 16,-2-1 5-16,2 4 8 0,0-2 0 0,-1 2 2 15,-1-2 6-15,2 0 3 0,-3-1-2 0,-1 0-5 16,2 0-14-16,-4-1-1 0,1 0 2 16,-1 0-6-16,-2 0 1 0,-3 0-17 0,1 0-2 15,-3-2-4-15,0 1-2 0,-1-1-24 16,-3-1-31-16,4-1-35 0,0-1-46 0,9-6-48 15,-19 7-62-15,19-7-68 0,-18 4-98 0,18-4-524 16,-11-4 288-16,11 4-149 0</inkml:trace>
  <inkml:trace contextRef="#ctx0" brushRef="#br0" timeOffset="-145310.7">29864 3662 848 0,'15'-2'429'15,"-15"2"-61"-15,0 0-29 0,0 0-23 0,17-1-47 16,-17 1-12-16,0 0-39 0,0 0-42 16,12-7-30-16,-12 7-30 0,12-4-31 0,-12 4-30 15,15-8-26-15,-6 3-34 0,5-3-19 16,0 2-31-16,3-4-4 0,-2 0-6 16,4-3-8-16,-1-2-7 0,1-1 15 0,0 0 14 15,-3 0 10-15,0 2 9 0,-4-2 10 16,-2 2 16-16,-3 2 3 0,-1 0 2 0,-4 1 2 15,-2 11 8-15,-4-14 7 0,4 14 12 0,-14-11 17 16,14 11 5-16,-21-1 0 0,21 1 7 16,-30 5 6-16,13 1 2 0,-4 2 9 0,2 3 3 15,-1 1 8-15,-2 2 14 0,3 2-15 16,0 2 3-16,4-3-6 0,3 2-3 0,2 1-6 16,3-1-2-16,5 2-13 0,4 0-9 0,3 3-14 15,6 3-27-15,4-2-63 0,5 5-69 16,7-3-63-16,1-2-84 0,1-2-112 0,-2-9-206 15,3-1-288-15,-4-3 278 0,-2-5-112 16</inkml:trace>
  <inkml:trace contextRef="#ctx0" brushRef="#br0" timeOffset="-144176.61">29421 2486 498 0,'0'0'282'16,"0"0"-51"-16,0 0-29 0,0 0-35 15,0 0-17-15,0 0-28 0,0 0-20 0,17-4-23 16,-17 4-12-16,33 0-21 0,-13-2-17 0,7 1-4 15,1-1 1-15,10 1 2 0,1-1-16 16,7-1 4-16,3 1 2 0,2 0-4 16,0-1-5-16,3 2-6 0,-1-5-4 0,-1 2-8 15,1 1 6-15,-2-2-10 0,-2 1-1 16,0-3 3-16,-4 2 6 0,-7 2 3 0,-1-2-14 16,-4 3 8-16,-5-3 4 0,-1 1 3 15,-1 1-1-15,-2 0 4 0,-4 1-5 0,0 0-13 16,-4 1-12-16,-16 1-19 0,30-4-23 0,-30 4-18 15,26-1-38-15,-26 1-24 0,25-2-56 16,-25 2-208-16,20 0 135 0,-20 0 268 0</inkml:trace>
  <inkml:trace contextRef="#ctx0" brushRef="#br0" timeOffset="-143813.99">30690 2444 418 0,'5'6'239'15,"3"5"-34"-15,-1-1-22 0,0 4-17 16,2-1-21-16,1 5 2 0,-1-1-17 0,1 4 1 16,1 4 10-16,0 2-14 0,1 1 5 15,0 8 2-15,2 1-7 0,-1 4-11 0,0 2-5 16,1 4-5-16,1 10-7 0,2 1 2 0,-2 2-8 16,-1 3-1-16,-1 1-6 15,2 2 6-15,-5 3-1 0,1 2-3 0,1 4-2 16,-3 2-3-16,0 4-10 0,1 2 21 0,2 3 7 15,1 4 30-15,2 17-1 0,3 1-22 16,-3 1-18-16,4-1-28 0,-1 0 2 0,1-1-8 16,2 0 10-16,-1-2-5 0,0 1-12 15,1-4-4-15,-4-16-10 0,0 1-8 0,1-2-8 16,3 17 4-16,-6-19-5 0,2 3-5 0,-1-3-3 16,-2 3-4-16,0-4-15 0,0-2-22 15,0-3-33-15,0 0-50 0,-2-4-55 16,0-1-43-16,-1-7-82 0,-4-3-78 0,-4-14-130 0,-2-12-493 15,-2-1 301-15,-3-5-199 0</inkml:trace>
  <inkml:trace contextRef="#ctx0" brushRef="#br0" timeOffset="-143080.56">24608 6728 525 0,'-20'0'315'0,"20"0"-61"0,0 0-53 15,-12 6-27-15,12-6-28 0,0 0-31 0,0 0-14 16,3 9-14-16,-3-9-9 0,10 4-9 0,-10-4-11 16,22 3 9-16,-22-3-6 0,29 2 4 15,-10-2 1-15,3-2-2 0,7 2 9 0,8-3-1 16,3 2-12-16,13-2-3 0,2 1-5 0,19-3-11 15,4 3-3-15,8-2-5 0,8 1-3 16,7 0-7-16,10 1 9 0,30-1-1 0,11 3-1 16,11 0-5-16,8 0 4 0,13 1-9 15,9 2-5-15,8 2-10 0,4-1 2 16,7 0-11-16,46 6-3 0,-49-3-6 0,5-1-12 16,-2 0-24-16,-1 1-15 0,-6-2-34 15,-5-2-36-15,-6-1-73 0,-9 0-69 0,-10-6-121 16,-8 1-180-16,-11-3 174 0,-10-2 139 0</inkml:trace>
  <inkml:trace contextRef="#ctx0" brushRef="#br0" timeOffset="-142147.02">24724 5394 738 0,'0'0'291'0,"0"0"-36"15,5 8-47-15,-5-8-11 0,0 0-21 0,12 4-27 16,-12-4-8-16,0 0-22 0,24 1-8 15,-24-1-16-15,33-1 2 0,-10 0-3 0,7 0-4 16,8-1-7-16,10-2-8 0,6 0-18 16,10 1-12-16,11-2-10 0,5-1-8 15,7-1-6-15,6 1-9 0,5 0-4 0,3-2-4 16,24-3-1-16,8 0-1 0,-2 0 2 0,7 0 2 16,2 0 5-16,7 1-4 0,1 0 2 15,4 0-5-15,2 2 5 0,1 1-6 0,1-1 4 16,5 1-2-16,-2 3-2 0,0-2 0 15,0 1-2-15,1 2-6 0,-3-3-10 0,-4 1-18 16,-3-1-25-16,-4-1-34 0,-5 0-19 0,-6-3-40 16,-6-1-57-16,-8-1-83 15,-24-2-421-15,-5 0 232 0,-6-1 32 0</inkml:trace>
  <inkml:trace contextRef="#ctx0" brushRef="#br0" timeOffset="-139044.35">17456 5105 721 0,'-4'12'311'0,"4"-12"-43"0,-1 10-36 16,1-10-10-16,-3 8-16 0,3-8-29 0,0 0-42 15,0 0-23-15,0 0-25 0,0 0-18 0,0 0-8 16,0 0-8-16,-6-7-3 15,6 7-14-15,1-15 0 0,4 5 5 0,-2-1 4 16,-2-3-2-16,3-3 0 0,-3 3 1 16,3-5-3-16,0 2 0 0,-1-1 1 0,0 2 7 15,0 2-9-15,2-1-2 0,-4 3-1 0,2 0-4 16,-2 3-5-16,2-1-12 0,-3 10-1 16,2-13-9-16,-2 13 7 0,3-10-11 0,-3 10 7 15,0 0 2-15,0 0-4 0,0 0 1 0,10 9 2 16,-10-9-5-16,7 15 3 0,-4-4-5 15,2 0-1-15,0 2 2 0,3 0-1 0,-3 0-4 16,3 2 7-16,-2-2-7 0,2 1 2 16,-2-3 0-16,3 0 4 0,-1 0 0 0,-2-3 0 15,2-1 5-15,-2 0-2 0,-6-7-2 16,17 9 1-16,-17-9-4 0,16 2 1 16,-16-2-3-16,17-3-3 0,-8-3-4 0,2-1-15 15,-2-2-17-15,-1-3-20 0,1-1-17 0,-3-3-16 16,3-2-11-16,-4 0-24 0,2 2 2 15,-2 0-15-15,-3 2-26 0,1 2-31 0,-2 0-49 16,-3 1-45-16,2 11-287 0,-3-14 174 16,3 14 139-16</inkml:trace>
  <inkml:trace contextRef="#ctx0" brushRef="#br0" timeOffset="-138586.79">17800 4870 532 0,'0'0'366'16,"18"-1"-60"-16,-18 1-58 0,0 0-32 16,0 0-44-16,0 0-15 0,14 3-20 0,-14-3-8 15,0 0-19-15,3 10-3 0,-3-10-6 0,0 15-7 16,-3-6-3-16,3 3-10 0,-1 0 5 16,1 1-6-16,-1 3-4 0,-2-1-2 0,3 2-5 15,-4 1-4-15,2-4 0 0,-1 2-2 0,-2-2-10 16,1 0-5-16,2-3-11 15,-2 0 5-15,1-2 1 0,1 0-3 0,2-9 2 16,-3 12-7-16,3-12-11 0,0 0-14 16,0 0-4-16,0 0-1 0,0 0-3 0,0 0 1 15,-1-13-11-15,5 4 6 0,-2-6-15 0,5-3 6 16,-2-2-12-16,5-1 11 0,-1-5-4 16,1 1 9-16,4 1-5 0,-2 2-1 0,3 0 9 15,-5 4-1-15,3 2 6 0,1 2 1 0,-1 0 3 16,0 6 4-16,-1-1-7 15,2 3 7-15,-14 6-6 0,21-6 0 0,-21 6 1 0,20 4 3 16,-20-4 7-16,23 11 0 0,-14-3-3 16,0 3-6-16,0 1-1 0,-1-1 7 0,-1 3-9 15,1 0 6-15,-2-1-2 0,2 2-11 16,-4 0 5-16,-2-1-11 0,2 1-18 16,-1-3-29-16,-1 1-24 0,1-2-51 0,-3-11-40 15,0 20-60-15,0-20-115 0,-4 13-513 0,4-13 275 16,-8 9-99-16</inkml:trace>
  <inkml:trace contextRef="#ctx0" brushRef="#br0" timeOffset="-138410.6">17887 5003 967 0,'0'0'397'0,"0"0"-90"16,0 0-50-16,14-5-39 0,-14 5-38 15,19-6-45-15,-19 6-32 0,25-8-47 0,-13 3-55 16,4-1-75-16,0 1-98 0,-1-2-140 16,1 0-340-16,0 1 207 0,-1-1 80 0</inkml:trace>
  <inkml:trace contextRef="#ctx0" brushRef="#br0" timeOffset="-137899.21">18303 4842 826 0,'11'-7'451'0,"-11"7"-84"0,0 0-46 16,0 0-43-16,0 0-52 0,6-9-50 15,-6 9-27-15,0 0-29 0,0 0-26 0,0 0-16 16,0 0-20-16,0 0-6 0,0 0-2 16,0 0-11-16,0 0-4 0,-3 12-6 0,3-12-1 15,-3 13-3-15,3-3 8 0,-1 2-2 0,0 1 8 16,-3 3-6-16,2-1-4 0,-1 2 0 15,1 1 1-15,-1 1-6 0,-1 1 0 0,0-2-1 16,2-1-3-16,-1-1-3 0,-1 1-6 16,3-6 2-16,-3 1-5 0,3-2 5 15,1-10 1-15,-4 18 6 0,4-18-3 0,-1 12 1 16,1-12-11-16,0 0-17 0,0 0-10 16,0 0-17-16,0 0 2 0,0 0-4 0,-10-11-3 15,10 11-4-15,-6-19-2 0,5 9 8 0,-4-5 2 16,0-2 2-16,1-4 0 0,-1 1 6 15,0-3-1-15,0 2 8 0,1-1 6 0,-2 2 1 16,2 2 7-16,0 2 1 0,4 4 4 16,0-1-1-16,1 2 2 0,3 0-1 0,0 1-1 15,5 1 1-15,-1 0 1 0,2 2 2 16,2 1-1-16,1 0 2 0,3 3 0 16,-2-1-3-16,1 1 3 0,-15 3 0 0,29 0 3 0,-29 0 1 15,23 3-6-15,-23-3 2 0,23 6 6 16,-23-6 3-16,15 9-2 0,-15-9-2 15,9 14 1-15,-9-14 3 0,3 17-8 0,-7-7-19 16,0 0-34-16,-4 2-39 0,-1 1-62 16,-3 0-48-16,-2 2-94 0,-3-1-159 0,2-3-190 15,-3 3 202-15,-1-1 85 0</inkml:trace>
  <inkml:trace contextRef="#ctx0" brushRef="#br0" timeOffset="-136600.73">17534 5925 1001 0,'0'0'418'0,"0"0"-66"0,-4-12-40 0,4 12-34 15,0 0-46-15,-4-10-28 0,4 10-32 16,0 0-25-16,0 0-29 0,-1-11-3 0,1 11-1 15,0 0 9-15,0 0-11 0,1 13-23 16,-1-13-11-16,2 18-25 0,-2-6-3 16,0 2-11-16,0 1-18 0,-2 3-23 0,2 0-22 15,0 3-33-15,-2-1-26 0,0-1-20 16,-1 3-23-16,1-3-20 0,1-3-17 0,-2 1-18 16,2-4-36-16,0-3-68 0,1-10-99 0,-5 15-333 15,5-15 233-15,-7 7 29 0</inkml:trace>
  <inkml:trace contextRef="#ctx0" brushRef="#br0" timeOffset="-136389.34">17474 5885 1218 0,'5'-16'451'0,"-5"16"-68"15,5-16-59-15,0 7-47 0,3-1-23 16,1-1-30-16,5-2-42 0,1 0-29 0,7 0-29 15,-2-3-33-15,2 2-27 0,4 2-21 16,0 1-52-16,-2 4-48 0,-2 1-47 0,-3 3-38 16,3-1-42-16,-4 4-49 0,-18 0-67 0,25 3-84 15,-25-3-371-15,19 7 247 0,-19-7-3 16</inkml:trace>
  <inkml:trace contextRef="#ctx0" brushRef="#br0" timeOffset="-136032.7">17595 6034 1015 0,'0'0'387'0,"-6"8"-74"0,6-8-53 0,0 0-37 15,0 0-31-15,0 0-27 0,0 0-16 16,10 6-23-16,-10-6-22 0,14-5-25 0,-14 5-9 16,19-8-16-16,-10 4-19 0,3-2-24 0,0 3-53 15,-12 3-42-15,19-7-18 0,-19 7-25 16,19-5-3-16,-19 5-9 0,0 0-8 0,17 3-20 15,-17-3-22-15,0 0-10 16,1 12 2-16,-1-12 21 0,-5 15 42 0,1-5 50 16,-1 1 53-16,-1 1 41 0,-3 0 30 0,0 1 36 0,1 2 24 15,-1-2 32-15,-1 0 17 16,4 1 8-16,-3-1 3 0,1-1 0 0,1-2-14 16,0 0-13-16,3-1-12 0,2 0 0 0,2-9-13 15,-7 14-4-15,7-14-10 0,2 11-7 16,-2-11-22-16,6 7-10 0,-6-7-12 0,18 1-14 15,-18-1-29-15,27-3-31 0,-11-2-43 16,6-1-38-16,-1-1-66 0,2-3-100 0,1-2-111 16,1 0-330-16,-3-1 234 0,2-1 27 0</inkml:trace>
  <inkml:trace contextRef="#ctx0" brushRef="#br0" timeOffset="-135768.33">18198 5813 1117 0,'0'0'396'0,"0"0"-73"0,0 0-59 0,-5-9-31 15,5 9-35-15,0 0-21 0,-15 5-25 16,15-5-19-16,-17 11-11 0,6-3-18 0,1 0-12 16,-1 3-2-16,0 3-14 0,0 3-14 15,-1 2-8-15,-2 1-16 0,1 4-7 0,-2-1-9 16,0 3-3-16,-2-1-12 0,3-1-31 0,-1 1-11 15,-1-1-32-15,0-3-29 16,-1 1-27-16,3-6-38 0,0 0-24 0,0-2-20 16,4-5-17-16,-2 0-13 0,0-1-42 0,2-5-39 15,10-3-235-15,-21 4 165 0,21-4 160 16</inkml:trace>
  <inkml:trace contextRef="#ctx0" brushRef="#br0" timeOffset="-135565.31">17781 6148 936 0,'-1'-10'286'0,"1"-2"-25"0,1 2-1 0,1-3 7 16,1 2-3-16,0-2-13 0,1 0-8 0,0 1-12 15,2-1-5-15,-1 1-12 16,5 0-30-16,-1 0-25 0,0 2-35 0,0 0-14 0,4 3-25 16,-3 0-12-16,4 0-16 0,-4 4-14 15,-10 3-5-15,23-4-9 0,-23 4-5 16,19 3-22-16,-19-3 8 0,22 8-12 0,-12-1-30 16,3 2-24-16,-3-1-22 0,-1 2-12 0,4-1-15 15,-4 1-13-15,1 1-19 0,-2-3-15 16,-2-1-32-16,1 0-49 0,-1-1-58 0,-6-6-79 15,13 10-430-15,-13-10 260 0,11 6-48 16</inkml:trace>
  <inkml:trace contextRef="#ctx0" brushRef="#br0" timeOffset="-135343.85">18200 6000 1095 0,'0'0'530'0,"10"-8"-83"15,-10 8-76-15,0 0-68 0,6-6-34 16,-6 6-15-16,0 0-20 0,0 0-16 0,0 0-27 15,0 0-27-15,3 13-15 0,-3-13-16 16,-3 14-30-16,3-14-22 0,-1 16-16 0,1-6-12 16,-1 1-9-16,1-1-7 0,0-10-13 0,-1 21-5 15,1-21-5-15,1 16-30 0,-1-16-20 16,0 16-43-16,0-16-33 0,1 13-34 0,-1-13-36 16,1 10-48-16,-1-10-70 0,0 0-84 15,0 0-125-15,0 0-372 0,0 0 277 0,0 0-114 16</inkml:trace>
  <inkml:trace contextRef="#ctx0" brushRef="#br0" timeOffset="-135204.58">18225 5901 1366 0,'0'0'469'0,"1"-10"-93"16,-1 10-87-16,0 0-69 0,0 0-37 15,0 0-49-15,0 0-67 0,0 0-83 0,0 0-103 16,0 0-155-16,0 0-576 0,0 0 273 0,7-7-90 15</inkml:trace>
  <inkml:trace contextRef="#ctx0" brushRef="#br0" timeOffset="-133711.28">25288 4482 1203 0,'0'0'444'0,"2"-11"-85"0,-2 11-70 0,0 0-69 16,0 0-28-16,0 0-26 0,0 0-16 15,-2 11-26-15,1-1-22 0,-2 4-12 16,2 2-9-16,1 3-13 0,-2 1-16 0,2 4-5 16,-2 1-17-16,2 1 0 0,-1 3-6 15,0 1-10-15,1 3-10 0,0-1-14 0,0-3-13 16,0-1-27-16,-2-1-15 0,4-1-6 0,-4-5-13 16,2-1-26-16,0-3-15 0,0-3-41 15,0-2-73-15,-1-1-137 0,1-11-377 0,-1 9 246 16,1-9-2-16</inkml:trace>
  <inkml:trace contextRef="#ctx0" brushRef="#br0" timeOffset="-132984.14">25335 4354 1091 0,'9'-12'365'16,"4"0"-78"-16,2-1-61 0,2-1-50 0,5 0-25 16,2 0-44-16,0 0-30 0,1 3-26 15,1-1-18-15,2 2-21 0,0-1-20 0,-1 3-3 16,-1 2-6-16,4-4-6 0,2 3-4 16,-1 2 5-16,-2 1 10 0,3-2 5 15,1 3-8-15,-4 0 1 0,6 2 10 0,-1-3-6 16,2 1 5-16,-1 3 10 0,1-3-11 15,-4 2 15-15,3 0-4 0,-5 0-11 0,0-2 12 16,-2 1-11-16,0 2 13 0,-4-1-9 0,2-2 7 16,-5 2 3-16,0 0 8 0,-3 0 2 15,-1-2 14-15,-2 2 4 0,-15 1-3 0,26-3 0 16,-26 3 5-16,23-2-15 0,-23 2 4 16,18-1-7-16,-18 1-1 0,19 0-12 0,-19 0 2 15,19 0 2-15,-19 0-3 0,17 1 3 0,-17-1-8 16,20 6 16-16,-20-6 3 15,22 7-7-15,-11-1 5 0,1 2-3 0,-1 0 5 16,1 1 4-16,-2 2 3 0,4 2 5 0,-4 2 9 16,4 0 9-16,-3 2 2 0,-2 1 5 15,2 1 1-15,-5 2 6 0,2 2 11 0,-2 5 2 16,1 0-1-16,-1 4-2 0,-3-1 0 0,-1 2-14 16,0-1 3-16,-1 2-13 0,-1 0 3 15,-3-1-9-15,2-1-5 0,-2 1-7 0,2 0 2 16,-4-8 5-16,3 1-8 0,-1-1 0 15,-1-1-7-15,0-1 14 0,0-1-22 0,1-4 9 16,0-2-11-16,-1 1-7 0,-1-2 0 0,4-4 7 16,-3 1-13-16,3-1-4 15,-2 0 0-15,-1-2 10 0,1 1-7 0,0-2 6 16,-1 1-8-16,-3-1-5 0,2-1 8 0,-2 2-8 16,-2 0 2-16,-3-3 0 0,0 2 0 15,-1 1-10-15,-5 0 4 0,-2-2 4 0,-2 1 5 16,-6 2 2-16,-4-3-7 0,0 1 3 15,-6-1-2-15,-4 0-1 0,-3 0 4 0,-6-3-9 16,-1 0-8-16,1-1-14 0,-4 1-7 0,2-2-19 16,-3 1-10-16,1-1-6 0,2 1-10 15,2-1-4-15,5 1-17 0,4 0-11 0,5 1-23 16,4 0-35-16,5 1-35 0,1-1-78 16,3-1-122-16,5-1-385 0,1 1 258 15,18-3-41-15</inkml:trace>
  <inkml:trace contextRef="#ctx0" brushRef="#br0" timeOffset="-132339.78">25617 6147 897 0,'-7'-8'325'0,"7"8"-64"0,0 0-28 16,0 0-27-16,-8-8-21 0,8 8-33 0,0 0-17 16,0 0-27-16,0 0-19 0,0 0-19 15,0 0-15-15,-8-8-8 0,8 8 3 16,0 0 7-16,0 0 4 0,-5 13-3 0,5-13 5 15,-4 11-2-15,4-11 4 0,-1 20 7 16,0-8 6-16,-2 1-2 0,3 4-16 0,-2-1-8 16,-1 3-1-16,2 1-12 0,0 0-4 0,-2 2-7 15,3 1-12-15,-2 1 3 0,0-2-12 16,1-3-19-16,0 0-14 0,-2-2-22 0,3-2-27 16,0-1-28-16,-1-1-36 0,-2-3-38 15,3-10-78-15,-4 17-120 0,4-17-418 0,-5 7 259 16,5-7-39-16</inkml:trace>
  <inkml:trace contextRef="#ctx0" brushRef="#br0" timeOffset="-131543.83">25460 5941 1132 0,'-10'-10'423'0,"10"10"-92"0,-5-8-65 16,5 8-53-16,-5-9-55 0,5 9-36 0,0-9-26 16,0 9-17-16,9-13-13 0,-2 7-15 15,5-2-8-15,0 0-13 0,2-1-2 16,4 1-7-16,2-1 0 0,1 0-15 0,4 2 4 16,2-4 0-16,3 3-5 0,3 0 1 15,8-2 1-15,0 3-8 0,1-4 6 0,4 2-5 16,2-1-4-16,1 2-4 0,3 0 2 0,-1-2 2 15,2 0 0-15,0-1-6 0,-1 2-6 16,-2-1-5-16,-1 2-3 0,-1 1 5 0,-2-2-1 16,-4 2-4-16,-7 2 7 0,-6 1-3 0,-1 1 11 15,-4 0 1-15,-2 0-7 0,-3 2 11 16,0-1 2-16,-1 2 2 0,-18 0-4 16,28 0 3-16,-28 0 5 0,27 2-2 0,-27-2 10 15,25 4-1-15,-25-4 15 0,26 3 6 16,-26-3-7-16,25 7 0 0,-25-7-3 0,20 4-4 15,-20-4-11-15,21 5 7 0,-21-5 10 16,21 6-6-16,-21-6-3 0,16 6-2 0,-16-6 0 16,18 6 8-16,-18-6 4 0,12 7 7 0,-12-7 7 15,12 12-4-15,-12-12 12 0,9 13 5 16,-5-2 0-16,0-1 16 0,1 4 6 0,-1 0 6 16,0 4-8-16,-1 2 3 0,1 4 13 0,0 2 3 15,0 7-1-15,-3 2 0 0,1 1-10 16,0 2 3-16,-2 7-4 0,0 4-10 15,0-4 5-15,-2 3-11 0,0-3-7 0,1-1-10 16,-3-6-11-16,4-3 1 0,-2-2 8 16,2-4 2-16,-2-1-1 0,2-3 2 0,0-5-12 15,0-1-6-15,0-2 1 0,-1-3-7 16,0 0-4-16,1-2 0 0,0-1-3 0,0-11-4 16,-2 18-2-16,2-18-6 0,-2 12-12 0,2-12-3 15,-5 9-6-15,5-9-11 0,0 0 7 16,-17 3-5-16,17-3 13 0,0 0-10 0,-28-2 14 15,28 2-3-15,-28-1 7 0,10-2-7 0,-3 3-6 16,-5-2 1-16,-3 0-5 16,-2 1 4-16,-1 1-1 0,-7 0 3 0,-3 0 0 0,-10 1-4 15,0 1 10-15,-1 0 0 0,-2-1-1 16,-1 4 5-16,-2-2 7 0,0 1-7 16,-2 1 6-16,2 0 3 0,2 1-8 0,5 2 1 15,0-3 9-15,4 3-10 0,5-2-23 16,7 0-18-16,9-4-35 0,1 4-32 0,7-4-21 15,1 1-28-15,17-3-37 0,-24 6-48 0,24-6-80 16,0 0-136-16,-16-3-483 0,16 3 291 16,0 0-164-16</inkml:trace>
  <inkml:trace contextRef="#ctx0" brushRef="#br0" timeOffset="-120204.15">12942 8301 303 0,'0'0'200'0,"0"0"-39"0,0 0-30 15,0 0-18-15,0 0-13 0,0 0-2 16,0 0-6-16,0 0 1 0,0 0 4 0,0 0-2 16,0 0 10-16,0 0 8 0,0 0-12 0,0 0-2 15,0 0-9-15,0 0-9 0,0 0 3 16,0 0-8-16,0 0-8 0,0 0-4 0,0 0-12 16,0 0-2-16,0 0-7 0,0 0 2 0,0 0 0 15,0 0 0-15,0 0-12 0,0 0 1 16,0 0-5-16,0 0-7 0,0 0 1 15,0 0 1-15,0 0 4 0,-3-12-7 0,3 12-4 16,3-11 6-16,-3 11 3 0,2-17-2 16,1 6 5-16,-2-1 0 0,4-2 6 0,-1-3 12 15,0 0 3-15,1-5-5 0,-1-3 8 16,1 0-3-16,-1-5-6 0,2-2 1 0,-1-2-7 16,3-6 2-16,-2-1-14 0,3-1 8 0,-4 0-21 15,3-2 6-15,-3 1-8 0,0-1-6 16,0 0 5-16,0 0-5 0,-1-1 8 0,-1 1 6 15,0 1 0-15,0 0 0 0,-2 5-11 16,2-5 8-16,1-1 3 0,-2 2-9 16,1 4 13-16,-1 0-9 0,3-3-9 0,-2 4 4 15,-2 2-10-15,2-1 3 0,-2 0 1 16,0 0 3-16,2-2-8 0,0 2-5 0,-2 0 5 16,0 0-5-16,-2-1 9 0,1 1-8 0,-1 0 0 15,-1 1 3-15,0 1 3 0,-2 1-3 16,0 0-7-16,-1-1 7 0,-1 1 1 0,1 2 1 15,-2 1 3-15,2 2-5 0,0-2 15 0,-3 7-7 16,3-1 1-16,0 1-6 0,1-2 2 16,-1 1 1-16,0 1-13 0,1-3-7 0,-2 2 3 15,2 0-1-15,-1 1 6 0,1 0 2 16,0-2 2-16,-1 3-1 0,0-2-5 16,1 1 4-16,-2-1-2 0,-1 2 4 0,1-2-1 15,-3 1 1-15,3 1 10 0,-3 0 3 16,1 1 6-16,-2-2-7 0,1 4 5 0,0-1 4 15,-2 1-7-15,0-2-9 0,2 2-3 0,-2-1 6 16,1 4-1-16,-2-1 9 0,1 2 4 16,2 1-7-16,0 3 2 0,-1-2-4 0,1 1-6 15,0 2 2-15,0-2 0 0,-2 3 6 0,2 0-8 16,1 1 6-16,-2 0 0 0,2 1-5 16,0 1 6-16,2-1-10 0,6 7 3 0,-15-10 3 15,15 10-3-15,-13-11-4 0,13 11 7 16,-11-6-2-16,11 6 4 0,-9-8-8 15,9 8 8-15,-8-6-10 0,8 6 7 0,0 0-3 0,-13-6 7 16,13 6-8-16,0 0-1 16,0 0 6-16,-9-7-8 0,9 7 4 0,0 0 7 15,0 0-7-15,0 0 4 0,-10-6-2 0,10 6 1 16,0 0-5-16,0 0 0 0,0 0 4 16,0 0 5-16,0 0 2 0,-9-6 0 0,9 6 1 15,0 0-8-15,0 0 9 0,0 0-10 0,0 0 2 16,0 0 6-16,0 0-9 0,0 0 3 15,-9-7 0-15,9 7-6 0,0 0 8 0,0 0-4 16,0 0 2-16,0 0-4 0,0 0-3 16,0 0 10-16,0 0-5 0,0 0 0 15,0 0-8-15,0 0 6 0,0 0-5 0,0 0 4 16,0 0 6-16,-10 7-5 0,10-7 0 16,-3 13 0-16,2-1-2 0,-2-1 17 0,2 4-14 15,0 4 11-15,-3-1-3 0,3 2-8 0,-2 3 4 16,2 0-6-16,-1 1 6 0,0 0-2 15,1 0 3-15,-2 0-2 0,2-4 0 0,1 1-1 16,0-2 0-16,0-3 3 0,0 0-6 0,0-2 7 16,0-3-1-16,0 0 2 0,0 0 4 15,0-11 6-15,1 15 5 0,-1-15 7 0,2 10 1 16,-2-10-13-16,0 0-4 0,0 0 6 16,0 0-9-16,10-6-7 0,-10 6 1 15,6-13 1-15,-2 1-9 0,-1 2-4 0,-1-5-3 16,2 1 0-16,-3-2-1 0,2-2-8 15,-1-1 5-15,1-4-5 0,-2 0 7 0,2 0-5 16,-2 0 3-16,3-1 2 0,-3 1 1 0,-1 2 5 16,0 0-5-16,1 0 3 0,2 2 0 15,-3 0 8-15,1 1-2 0,-1 2-2 0,0-1 18 16,1 2-22-16,1 1 3 0,-2 1 7 0,0 1 2 16,0 2-1-16,1-1-4 15,-1 11-4-15,1-19 2 0,-1 19 1 0,2-14 5 0,-2 14-8 16,2-15 6-16,-2 15-4 0,3-13 4 15,-3 13-1-15,6-8 1 0,-6 8 3 16,12-11-3-16,-12 11 0 0,15-6 1 0,-15 6-4 16,24-3 4-16,-24 3 6 0,32 2-2 15,-13-1-5-15,-1 2-1 0,6 3 6 0,0-1-6 16,3 2 1-16,-4 0 0 0,3 1-2 0,-2-1-26 16,3 0-26-16,-3 1-25 0,-2-3-35 15,-1 1-50-15,-2 0-45 0,-2-1-105 0,1-2-142 16,-5 1-284-16,-13-4 244 0,23 2 9 15</inkml:trace>
  <inkml:trace contextRef="#ctx0" brushRef="#br0" timeOffset="-119163.25">11134 3415 693 0,'0'0'338'15,"0"0"-65"-15,0 0-74 0,0 0-24 0,-10 6-15 0,11 5-2 16,3 2-12-16,2 4-21 15,2 5-22-15,1 7-10 0,5 6-11 0,-1 9 0 16,1 3-1-16,2 12-1 0,5 6-1 0,-3 4-4 16,3 2 3-16,1 7 11 0,0 2-19 15,3 18-16-15,1 0-6 0,-6-14-11 0,2 16-6 16,-3-13-10-16,-1-4 7 0,-3 1-9 0,0-4-6 16,1-1 2-16,-3-5-3 0,-1-4-6 15,1-5 4-15,1-5-8 0,-1-10 9 0,-2-3-5 16,1-4-4-16,-1-3 5 0,2-4-13 15,-4-8-14-15,1-1-36 0,-1-7-56 16,-1-2-63-16,-2-5-107 0,-1-5-195 0,-5-8-277 16,10 6 247-16,-10-6-4 0</inkml:trace>
  <inkml:trace contextRef="#ctx0" brushRef="#br0" timeOffset="-118425.17">10827 3431 441 0,'11'-8'283'0,"-11"8"-46"16,17-10-11-16,-3 4-40 0,3-6-18 0,5-1-21 15,5-3 5-15,5-4-29 0,5-3-6 16,13-5 1-16,1-3-18 0,4-2-7 0,7-4-13 16,6-3-16-16,15-7-3 0,3-2-16 0,5-1-4 15,5-4 7-15,3 2-7 16,6-1-9-16,2 0-6 0,4 1-3 0,-1 2-15 16,2-4 3-16,1 3 1 0,1 0-6 0,2 4-9 15,-5 0-5-15,0 3 7 0,-1 2-4 16,1 3 0-16,-3-1 0 0,-2 3 4 0,-3 2-2 15,-1 3 1-15,-16 6-4 0,-3 2 5 0,-3 0-4 16,0 0-1-16,-3 4 6 0,-3 1 1 16,-5 2-8-16,-7 0 8 0,-2 1-3 0,-15 5-20 15,-2 0-6-15,-10 2-1 0,-2 1-6 0,-8 3-13 16,-2-1 6-16,-5 0 1 16,-2 1-15-16,-3 1 1 0,-11 4-9 0,17-9 13 15,-17 9-10-15,7-6 3 0,-7 6 9 0,0 0-5 16,0 0 8-16,0 0-7 0,0 0-2 15,0 0-14-15,0 0-22 0,0 0-27 0,0 0-23 16,0 0-52-16,0 0-241 0,-16 1 141 0,16-1 249 16</inkml:trace>
  <inkml:trace contextRef="#ctx0" brushRef="#br0" timeOffset="-117536.77">14351 1982 438 0,'0'0'315'0,"0"0"-47"0,0 0-37 0,0 0-50 0,0 0 3 16,0 0-26-16,12 4-24 16,-12-4-14-16,0 0-6 0,0 0-2 0,15 5-18 15,-15-5-8-15,9 7-13 0,-3-1 8 0,3 1-4 16,-1 3 6-16,0 4-14 0,2 2-6 16,1 2-5-16,1 5 0 0,-1 5-5 0,2 8 4 15,-1 6 3-15,0 4 2 0,1 12-4 16,1 3-6-16,-3 3-3 0,1 3-7 0,-1 0 7 15,1 1 5-15,2-1 6 0,-3 0 10 0,4-3 0 16,1-2 1-16,-2-3-3 0,4-5 0 16,-4-8-3-16,1-4 1 0,-1-1-1 15,4-5-8-15,-4-2-6 0,-1-7 1 0,-3-2-9 16,0-5-10-16,-1-1-14 0,-2-4-2 0,-1-1 6 16,-1-1-11-16,0-3-3 0,-1 0-4 15,0-1-3-15,-4-9-2 0,4 14-17 0,-4-14-10 16,2 15-4-16,-2-15-7 0,0 11-3 15,0-11 4-15,0 0 3 0,0 13 5 0,0-13-7 16,0 0 4-16,0 11-6 0,0-11 2 0,0 0 3 16,0 0 0-16,-1 12-2 0,1-12-2 15,0 0-5-15,-4 9 5 0,4-9-10 0,0 0 7 16,-9 9-9-16,9-9 0 0,0 0-7 16,-11 10 0-16,11-10-3 0,-9 6 2 0,9-6 0 15,-14 8 7-15,14-8 11 0,-13 7-4 16,13-7 7-16,-13 8 4 0,13-8 0 0,-15 10-2 15,15-10 0-15,-15 11 1 0,3-5-5 16,3 3 13-16,-2-3 2 0,-3 2 8 0,1 3 7 16,-5-1-9-16,0 2 3 0,-2 2 4 15,-6 0 3-15,1 2 6 0,-6 3 6 0,-2-1-7 16,0 1 2-16,-3 0 6 0,-1 2-1 0,1 1 0 16,-2 0 20-16,0-1-22 0,-3 0 3 15,-2 1 4-15,-6 4-6 0,0 0 6 0,1 0-2 16,6-3-3-16,-8 3-3 0,-1-1-3 0,2 2 7 15,-1-2 10-15,-2 3 6 16,1-3-3-16,0 0-2 0,-3 0-2 0,2 1-1 16,3 0 9-16,-3-1 9 0,2 0 2 0,3 2-2 15,6-5-7-15,0 2-3 0,3-1-7 16,0 2 1-16,-2 0-4 0,5-2-4 0,-1 2 0 16,0 1-3-16,2-1 2 0,-1-2-2 15,2 1 0-15,1 1 1 0,-1-2-3 0,-1-1 1 16,2 2-5-16,0-3 6 0,1 2-2 0,-1-3 0 15,2 1 0-15,-2-2-6 0,0 1 2 16,0-2-7-16,0 0-2 0,0 0 5 0,0-1 5 16,1-2-4-16,4 0 5 0,0-1-1 15,1 1 0-15,-2-2-6 0,3 1 5 16,-2 0 2-16,2 0-7 0,-2 1-13 0,0-2 1 16,1 2-8-16,2 0 5 0,-1-1 6 0,-1 0-5 15,2 1 11-15,2 0-2 0,3-3 8 16,0 1-4-16,0 1-8 0,1-2-19 0,4 1-13 15,-1-1-21-15,3 0-32 0,1-2-14 0,1 0-44 16,2-1-82-16,0-2-121 0,-1 0-280 16,9-7 202-16,-10 8 88 0</inkml:trace>
  <inkml:trace contextRef="#ctx0" brushRef="#br0" timeOffset="-116623.12">11679 3510 727 0,'0'0'262'0,"0"0"-31"0,-9-7-36 16,9 7-24-16,0 0-6 0,0 0-17 0,0 0-20 15,-14 10-2-15,14-10-13 0,-4 10-17 16,4-10-17-16,-1 16-9 0,1-16 2 0,0 20-6 15,1-8-9-15,3-1-13 0,1 2 2 16,0-1-7-16,0-1-4 0,4 0-6 16,0 0-1-16,1-3 1 0,1 0-2 0,1-2-3 15,0-2 0-15,-12-4-2 0,26 4-3 0,-26-4-3 16,31-5-8-16,-15 0-7 0,1-3-14 16,0-2-17-16,-2-2-16 0,-1-1-5 0,-1-2-8 15,-4-2-7-15,-3-1 10 0,-2 2 1 0,-1-1 9 16,-6-1 7-16,-1-2 7 0,-1 1 4 15,-3 2 8-15,-2 0-6 0,-2 3 5 16,0 3 15-16,-2 3 5 0,-1 2-2 0,-2 1-11 16,2 2 3-16,15 3 8 0,-32 5-14 0,14-2-13 15,3 5-27-15,-2-2-43 0,4 4-69 16,1 0-88-16,0 0-318 0,2 1 173 16,1-1 139-16</inkml:trace>
  <inkml:trace contextRef="#ctx0" brushRef="#br0" timeOffset="-116064.2">11980 3366 798 0,'0'0'347'0,"11"-2"-68"0,-11 2-61 15,0 0-51-15,0 0-26 0,20 0-33 0,-20 0-15 16,0 0-26-16,16 6-7 0,-16-6-15 16,10 9-11-16,-10-9-5 0,11 12-18 0,-8-4 0 15,4 2 14-15,-5-2-7 0,2 3 3 0,-3-1-9 16,2 0 13-16,-3 1-7 15,1-1 4-15,-1-10 10 0,-1 19-4 0,1-19-9 0,-4 15 0 16,4-15 1-16,-4 14-1 0,4-14-7 16,-9 10-10-16,9-10-1 0,-6 8 10 15,6-8-8-15,0 0 26 0,0 0-23 0,0 0 0 16,-18-8 2-16,18 8 2 0,-5-14-2 0,5 14 1 16,0-19-5-16,1 6 0 0,3-2-1 15,0-1 3-15,0-2-10 0,2 0 3 0,2 0 2 16,1-1-8-16,-2 4 9 0,2-1 0 15,0 4 6-15,1-1-2 0,-1 3 1 16,2 1-1-16,-1 1-9 0,-3 0 9 0,-7 8 1 0,17-9 1 16,-17 9 3-16,0 0 7 15,20 0 4-15,-20 0 5 0,11 7-2 0,-11-7-2 16,10 14-2-16,-8-5-6 0,2 0-3 0,-1 2-3 16,-2 0 1-16,3 2-5 0,-3-1 4 15,0-1-7-15,2 2-14 0,-3-2-17 0,1 0-33 16,-1-11-49-16,5 18-47 0,-5-18-62 15,0 12-118-15,0-12-334 0,0 0 214 0,0 0 64 16</inkml:trace>
  <inkml:trace contextRef="#ctx0" brushRef="#br0" timeOffset="-115760.73">12207 2979 726 0,'0'0'507'16,"1"-15"-120"-16,-1 15-73 0,-1-11-63 0,1 11-53 16,0 0-46-16,1-9-30 0,-1 9-10 15,0 0-7-15,0 0-10 0,0 0-11 0,9 6-9 16,-9-6-15-16,5 14-6 0,-1-3-1 0,3 2-2 16,-1 1-1-16,0 4-6 0,2 1-8 15,-2 2 0-15,1-1-7 0,-1 2-9 0,0-1-3 16,1 1 2-16,-2-2-5 0,0 2-3 15,-1-2-2-15,1-2-4 0,-3-1 2 16,2 0-2-16,0-3-5 0,-3 2-8 0,3-3-23 16,0-1-31-16,-3 0-39 0,2-3-38 0,-2 0-47 15,-1-9-57-15,4 13-86 0,-4-13-477 16,0 0 262-16,0 0-54 0</inkml:trace>
  <inkml:trace contextRef="#ctx0" brushRef="#br0" timeOffset="-115515.27">12403 3238 1074 0,'9'-11'434'0,"-9"11"-82"15,0 0-50-15,7-7-45 0,-7 7-37 0,0 0-24 16,0 0-17-16,11-4-28 0,-11 4-17 16,0 0-19-16,0 0-22 0,14 7-19 15,-14-7-12-15,8 9-14 0,-8-9-10 0,10 13-3 16,-10-13-6-16,8 18-9 0,-3-10 0 0,-3 1-11 15,2 0-1-15,0 1-16 0,1 0-20 16,-1-2-33-16,0 2-23 0,-4-10-29 0,5 13-24 16,-5-13-29-16,5 12-41 0,-5-12-93 0,0 0-166 15,0 0-258-15,0 0 235 0,0 0 23 16</inkml:trace>
  <inkml:trace contextRef="#ctx0" brushRef="#br0" timeOffset="-115159.83">12378 2975 633 0,'0'0'410'0,"0"0"-101"0,0 0-61 16,0 0-53-16,0 0-28 0,-8 7-27 15,8-7-27-15,0 10-12 0,0-10-12 0,4 12-15 16,-4-12-10-16,9 12-2 0,-9-12-8 0,9 11-7 15,-9-11 3-15,15 9-6 16,-15-9-5-16,16 5-5 0,-16-5-4 0,19-3-7 16,-19 3-11-16,23-9-7 0,-12 3-7 0,2-4-2 15,-3 1-8-15,0-1-12 0,-1-3-8 16,0 1 6-16,-2-4 9 0,-2 1 0 0,-1 0 7 16,-2-1 13-16,-1 0-3 0,-2 3-6 0,0 1 4 15,-3 0-6-15,0 4 6 0,-2 0-2 16,-2 0-8-16,8 8 3 0,-20-7-4 0,20 7-8 15,-22-2-24-15,22 2-15 0,-21 6-33 16,11 0-18-16,1 3-32 0,-1 1-56 16,1 1-80-16,3 0-281 0,1 3 168 0,1-2 150 0</inkml:trace>
  <inkml:trace contextRef="#ctx0" brushRef="#br0" timeOffset="-114669.23">12513 3066 1170 0,'0'0'412'0,"0"0"-79"0,18 3-56 15,-18-3-44-15,0 0-41 0,0 0-31 16,23 1-30-16,-23-1-24 0,0 0-21 16,20 6-16-16,-20-6-14 0,18 7-11 0,-8 0-6 15,2-1-7-15,-3 3-6 0,1 1-3 0,0-1-1 16,-1 2-3-16,0 0 1 0,-2 1-1 15,0-1 4-15,1 1 0 0,-2 1-1 0,-2-5 0 16,1 2-1-16,-2-1-3 0,-3-9-2 16,6 17-3-16,-6-17 0 0,4 13 0 0,-4-13 1 15,2 12-4-15,-2-12 1 0,0 0-5 16,2 10 1-16,-2-10-1 0,0 0-1 0,0 0 4 16,0 0 0-16,0 0 1 0,-7-10-1 0,7 10-4 15,0-18-2-15,1 7-1 0,2-3 1 16,-2 0 0-16,3-2-4 0,1 1 2 15,0 0-5-15,2 1 2 0,0 1-1 0,1 1 4 16,1 0-1-16,0 1 1 0,0 2 1 16,0 0 1-16,-1 2 0 0,0 3 1 0,-8 4 2 15,17-8-2-15,-17 8-1 0,0 0 7 0,23-1 5 16,-23 1 4-16,14 9 5 0,-14-9-3 16,11 13 2-16,-4-5-5 0,-2 0-4 0,-1 1-5 15,1 3 0-15,0-4-2 0,-3 4-8 16,2-2-27-16,0 0-29 0,0 0-34 0,-1 0-31 15,-1-1-30-15,-2-9-44 0,7 16-46 0,-7-16-66 16,2 12-107-16,-2-12-330 16,0 0 244-16,0 0 4 0</inkml:trace>
  <inkml:trace contextRef="#ctx0" brushRef="#br0" timeOffset="-114277.21">12991 3077 950 0,'0'0'369'0,"9"-7"-63"0,-9 7-23 0,0 0-30 16,0 0-32-16,0 0-35 0,0 0-19 16,21 1-14-16,-21-1-8 0,0 0-14 0,0 0-14 15,18 3-12-15,-18-3-15 0,0 0-11 16,21-3-8-16,-21 3-18 0,22-8-11 16,-9 0-6-16,-1-1-9 0,1 1-6 0,0-3-10 15,1-2-5-15,-1 1-6 0,-2-1-8 0,1-1-6 16,-3 2-3-16,-2-3-2 0,1 1 16 15,-4 0 18-15,1 0-1 0,-5 2-10 0,0 0-1 16,0 1-6-16,-3 0 8 0,0 3-6 16,3 8 15-16,-12-12 0 0,12 12 5 0,-14-7 15 15,14 7-6-15,-19 4 19 0,10 0 7 0,-1 3 14 16,-4 3 6-16,1 2 20 0,0 2 3 16,2 0-1-16,-1 3-1 0,1 0-5 0,2 1-7 15,0 1-13-15,1-2-13 0,2-1-13 0,5 1-8 16,-2-4-7-16,3-1-4 15,3 1-4-15,3-4-4 0,0 2-13 0,6-3-3 0,3-3-29 16,3-1-123-16,6-4-123 0,3-4-121 16,2-4-239-16,3-3-469 0,4-3 334 15,-3-5-285-15</inkml:trace>
  <inkml:trace contextRef="#ctx0" brushRef="#br0" timeOffset="-113020.7">11731 4427 811 0,'0'0'404'0,"0"0"-90"15,-1 9-52-15,1-9-30 0,0 0-17 16,0 0-29-16,0 0-20 0,-3 9-14 0,3-9-10 16,0 0-15-16,0 0-8 0,0 0-15 15,0 0-15-15,0 0-11 0,0 0-14 16,0 0-8-16,0 0 6 0,-12-5-4 0,12 5-14 15,-5-6-9-15,5 6-10 0,-8-14-5 16,4 4-6-16,-1 1-8 0,-3-4 3 0,3 1-3 16,-1-3 0-16,-2-1-9 0,2 1-4 0,-2 1 6 15,2-2 5-15,-1 2 5 0,2 1 6 16,0 0 9-16,0 3 7 0,0-1-2 0,2 1 1 16,1 2-1-16,2 8-6 0,-7-14-13 0,7 14 2 15,-3-11-13-15,3 11 2 0,-3-10 4 16,3 10-1-16,0 0-4 0,0 0-1 15,0 0 0-15,0 0 1 0,0 0 6 0,13 5 1 16,-13-5-2-16,10 12-7 0,-2-5 1 16,-2 0-1-16,2 1 0 0,-2 1-1 0,2-3-7 15,-2 2 1-15,-6-8-9 0,12 11-2 16,-12-11-4-16,9 11 0 0,-9-11 0 0,7 8 1 16,-7-8 3-16,0 0-6 0,0 0-12 0,13 3-1 15,-13-3 3-15,6-8 3 0,-2-1 10 16,1 1 0-16,-4-3 9 0,3 0-5 0,-1-2 9 15,-1-1-2-15,2-1 12 0,-1 4 10 0,1-2 1 16,-3 4 7-16,0-2 0 0,4 3-1 16,-5 8-1-16,3-14-7 0,-3 14 0 15,2-12-2-15,-2 12 7 0,0 0 7 0,0 0 20 16,0 0 5-16,0 0-2 0,17 4 2 16,-17-4-4-16,11 14-11 0,-5-4-1 0,0 1 0 15,0 2-3-15,1 2-6 0,0-1-5 16,1 0-3-16,-2 2-7 0,2-2 1 0,0 0-1 15,-2 2-7-15,2-4-5 0,-2-1-24 0,-1 0-34 16,3-1-29-16,-3-2-29 0,0 1-45 16,-1-1-51-16,-4-8-75 0,6 8-148 0,-6-8-410 15,0 0 271-15,0 0-90 0</inkml:trace>
  <inkml:trace contextRef="#ctx0" brushRef="#br0" timeOffset="-112608.04">11994 4211 950 0,'0'0'583'0,"10"-7"-120"0,-10 7-100 0,0 0-84 16,0 0-53-16,0 0-43 0,9-8-40 16,-9 8-28-16,0 0-21 0,0 0-15 0,10-5-15 15,-10 5-12-15,0 0-12 0,16-5-15 16,-16 5-7-16,11-5-8 0,-11 5-12 0,13-8-11 15,-13 8-12-15,13-9-2 0,-13 9 3 0,11-12-3 16,-11 12-1-16,10-14 3 16,-10 14 5-16,5-15 6 0,-5 15 0 0,4-13 7 15,-4 13 19-15,-1-14 5 0,1 14 16 0,-4-8 4 16,4 8 4-16,-6-9-2 0,6 9 3 16,0 0-1-16,-17-2 7 0,17 2 4 0,-10 5 12 15,10-5 1-15,-17 10 2 0,8 1 2 16,2-1-12-16,-1 3-7 0,1 0 4 0,0 1 2 15,1 1-2-15,2 1-22 0,0-2 2 0,-1 2-3 16,2-2-6-16,2 0-5 0,2-2-12 16,2 1 3-16,1-2-2 0,1-1-2 15,1 0-5-15,3-1-20 0,1-5-35 0,-10-4-45 16,22 8-53-16,-22-8-54 0,27 0-82 16,-12-3-84-16,1-4-152 0,0-4-367 0,-2-1 280 15,0-1-121-15</inkml:trace>
  <inkml:trace contextRef="#ctx0" brushRef="#br0" timeOffset="-112120.43">12238 3839 614 0,'-2'-16'388'0,"2"16"-64"16,0-16-44-16,0 16-41 0,-1-16-27 15,1 16-27-15,0-15-27 0,0 15-24 0,0-12-25 16,0 12-14-16,0 0-20 0,0-14-14 0,0 14-8 16,0 0 5-16,0 0 18 0,0 0 7 15,0 0 0-15,0 0-9 0,4 17-3 0,-3-5-5 16,2 1 4-16,-2 5 0 0,1 1 1 16,1 3 4-16,2 0 12 0,-2 1-5 0,1-1-11 15,1 1-9-15,0 0-17 0,1-2-7 0,-2 0-12 16,0-4-5-16,0 2-3 15,-1-4-5-15,0-2 10 0,1-1-17 0,-2 0-19 16,2-2-14-16,-4-10-12 0,4 17-8 0,-4-17-14 16,1 14-20-16,-1-14-11 0,0 0-12 15,-1 11 1-15,1-11 11 0,0 0 4 0,0 0 15 16,-15 3 8-16,15-3 13 0,0 0-2 0,-17-1 18 16,17 1-1-16,0 0 13 0,-24 1 5 15,24-1 1-15,-18 5 6 0,18-5 12 0,-17 10 3 16,9-6 11-16,0 4 0 0,1 0 6 15,1-1-3-15,1 3-1 0,0-1-4 0,1 1 1 16,3-1-1-16,1-9-6 0,0 19-1 16,2-8 1-16,-2-11-11 0,10 14-28 0,-10-14-45 15,13 12-33-15,-13-12-56 0,19 4-54 16,-19-4-58-16,21-3-67 0,-21 3-276 0,24-8 193 16,-11 0 104-16</inkml:trace>
  <inkml:trace contextRef="#ctx0" brushRef="#br0" timeOffset="-111919.64">12402 4055 616 0,'1'-16'401'0,"-1"16"-57"16,3-11-67-16,-3 11-52 0,0 0-49 15,2-11-34-15,-2 11-13 0,0 0-10 0,0 0-1 16,0 0-8-16,0 0-6 0,0 0-13 0,0 0-3 16,11 6-9-16,-11-6-10 15,5 11-14-15,-5-11-8 0,6 10-10 0,-6-10-8 16,7 13-9-16,-7-13-20 0,7 10-21 0,-7-10-32 15,8 10-44-15,-8-10-52 0,7 8-39 16,-7-8-93-16,0 0-142 0,0 0-228 0,0 0 205 16,0 0 80-16</inkml:trace>
  <inkml:trace contextRef="#ctx0" brushRef="#br0" timeOffset="-111548.48">12343 3785 681 0,'-5'-8'371'0,"5"8"-74"0,0 0-66 15,-6-8-26-15,6 8-24 0,0 0-23 16,0 0-15-16,0 0-11 0,-6 8-13 0,6-8-12 16,1 11-10-16,-1-11-9 0,1 17-15 15,2-8-9-15,-1 3-11 0,3-3-9 0,-1 2-5 16,0-2-9-16,1 1-7 0,2-1-3 0,-2-1-2 15,2 0-2-15,-7-8-3 0,13 12 0 16,-13-12-4-16,10 7-2 0,-10-7-2 0,0 0-3 16,18-5-7-16,-18 5-3 0,13-11 2 15,-8 3-3-15,-1-1-4 0,0-1-5 16,-2-2-5-16,2 0 2 0,-3-1 3 0,-1 1 3 16,0 0-1-16,0-1-2 0,-1 3 3 0,1 10-8 15,-4-18-11-15,4 18-13 0,-9-13-24 16,9 13-2-16,-10-6 2 0,10 6-33 0,0 0 4 15,0 0-30-15,-17 3-51 0,17-3-59 16,0 0-111-16,-6 12-159 0,6-12 157 0,-2 9 188 16</inkml:trace>
  <inkml:trace contextRef="#ctx0" brushRef="#br0" timeOffset="-111171.49">12592 3830 808 0,'0'0'505'0,"0"0"-112"16,18 2-64-16,-18-2-60 0,0 0-57 0,0 0-42 16,0 0-33-16,0 0-28 0,19 0-23 0,-19 0-15 15,0 0-19-15,0 0-11 0,0 0-9 16,0 0-7-16,0 0-6 0,15 2-6 0,-15-2 0 16,0 0-3-16,0 0-8 0,0 0 1 0,0 0-2 15,0 0-2-15,0 0-2 0,13 4 6 16,-13-4-1-16,0 0-2 0,0 0 1 0,0 0-7 15,0 0 1-15,0 0 2 0,0 0-1 16,-7-8 3-16,7 8-3 0,0 0 7 16,0 0 2-16,-20 5 4 0,20-5 4 0,-11 7 4 15,11-7 3-15,-14 13 2 0,6-5-1 16,3 0-1-16,0 1 2 0,0 1-2 0,0 1-7 16,1 0-1-16,3-2-1 0,0 4 1 0,1-4-4 15,1 2-3-15,1-1-1 0,1-1-10 16,3 0-14-16,-2-1-23 0,2-2-29 0,2 1-37 15,-8-7-30-15,19 6-51 0,-19-6-70 16,0 0-68-16,28-2-419 0,-28 2 245 0,17-9 3 16</inkml:trace>
  <inkml:trace contextRef="#ctx0" brushRef="#br0" timeOffset="-110955.06">12773 3805 1014 0,'0'0'429'0,"4"-13"-68"0,-4 13-47 16,0 0-48-16,1-14-51 0,-1 14-30 0,0 0-16 15,0 0-8-15,0 0-8 0,0 0-2 0,0 0-11 16,0 0-16-16,0 0-12 0,-5 13-14 16,5-13-4-16,2 14-20 0,-2-14-17 0,2 16-13 15,-1-5-10-15,-1-11-9 0,4 19-5 16,-4-19-4-16,4 17-14 0,-4-17-22 0,4 14-23 16,-4-14-35-16,4 14-32 0,-4-14-29 15,5 11-48-15,-5-11-71 0,0 0-115 16,0 0-166-16,-4 9-256 0,4-9 259 0,0 0-43 15</inkml:trace>
  <inkml:trace contextRef="#ctx0" brushRef="#br0" timeOffset="-110617.59">12616 3692 922 0,'0'0'349'0,"0"0"-76"0,0 0-27 0,-6 10-33 0,6-10-31 16,0 0-37-16,0 0-32 16,-1 12-17-16,1-12-15 0,0 0-19 0,7 9-7 15,-7-9-10-15,0 0-8 0,13 6-2 0,-13-6-8 16,0 0-6-16,23-2-6 0,-23 2-1 16,18-6-4-16,-8 0-2 0,-1 0-8 0,3-2 4 15,-1-2-5-15,-2 1-8 0,0-2-7 0,1-1 4 16,-5-1 1-16,3 4 1 0,-4-4-6 15,-3 3 5-15,2 0 5 0,-3 10-8 0,-2-16 8 16,2 16-3-16,-2-12 5 16,2 12-6-16,-8-9 1 0,8 9 8 0,0 0-10 15,0 0-5-15,0 0-22 0,-19 0-20 0,19 0-27 16,-4 10-47-16,4-10-63 0,-5 12-124 16,5-12-295-16,-1 13 190 0,1-13 109 0</inkml:trace>
  <inkml:trace contextRef="#ctx0" brushRef="#br0" timeOffset="-110180.58">12878 3632 1141 0,'0'0'437'16,"0"0"-86"-16,0 0-64 0,0 0-62 0,16 0-53 0,-16 0-34 15,0 0-28-15,0 0-20 0,9 6-20 16,-9-6-14-16,8 8-11 0,-8-8-7 15,10 16-11-15,-6-8-3 0,1 1-6 0,2 2-1 16,-1 1-6-16,-1 0-6 0,1 0 4 0,-2-1-5 16,1 0 3-16,1 2 12 0,-3-3-2 15,3 1-4-15,-4-2-8 0,-2-9 4 0,9 16 1 16,-9-16 9-16,5 10 14 0,-5-10-5 16,0 0-9-16,6 10-4 0,-6-10-8 0,0 0 0 15,0 0-4-15,8-7-1 0,-8 7-1 0,5-9-3 16,-5 9-1-16,1-13-5 0,-1 13-1 15,3-16-3-15,-3 16 2 0,2-18 4 16,-2 18-4-16,4-16 3 0,-4 16-1 0,7-14 1 16,-7 14 1-16,7-13 3 0,-7 13-1 15,9-9-4-15,-9 9 8 0,8-8 0 0,-8 8-2 16,9-6 1-16,-9 6-1 0,0 0 1 0,15-2 0 16,-15 2 3-16,0 0-5 0,12 5 1 15,-12-5-1-15,7 6-2 0,-7-6 2 0,9 8-21 16,-9-8-39-16,5 10-34 0,-5-10-45 15,5 10-59-15,-5-10-68 0,3 9-124 0,-3-9-296 16,0 0 221-16,0 0 50 0</inkml:trace>
  <inkml:trace contextRef="#ctx0" brushRef="#br0" timeOffset="-109760.99">13143 3665 1090 0,'0'0'404'0,"4"-9"-82"0,-4 9-47 0,0 0-22 16,8-8-31-16,-8 8-3 0,0 0-30 15,10-7-31-15,-10 7-31 0,0 0-26 0,17-4-15 16,-17 4-20-16,12-5-11 0,-12 5-5 0,14-6-19 16,-14 6-2-16,16-9-11 15,-8 3-5-15,0-1-10 0,0-1-5 0,1 0-7 16,1-3-9-16,-2 1-6 0,-1 0-12 0,2-2 0 15,-2 1 1-15,-2-2 6 0,0 1 6 16,-3 1 1-16,1 1 8 0,0-2 2 0,-3 3 7 16,0 9 2-16,-3-16 1 0,3 16 9 0,-5-12 0 15,5 12 14-15,-10-5 11 0,10 5 5 16,0 0 16-16,-25 3 17 0,15 1 10 0,0 3 12 16,1 4 7-16,0-1 15 0,-1 2 10 15,1 1-1-15,3 0-4 0,-1 0-9 0,0 2-14 16,2-2-10-16,2 2-8 0,0-4-9 15,3 1-10-15,3-2-8 0,1 1-9 0,2-2-7 16,0-2-13-16,-6-7-28 0,20 9-60 16,-20-9-55-16,29 5-55 0,-9-7-96 0,1-1-123 15,-1-5-198-15,3-1-481 0,0-4 323 16,0-3-261-16</inkml:trace>
  <inkml:trace contextRef="#ctx0" brushRef="#br0" timeOffset="-108620.73">11925 4670 890 0,'0'0'393'16,"0"0"-63"-16,0 0-26 0,0 0-20 0,-5-9-30 15,5 9-22-15,0 0-16 0,0 0-18 0,0 0-29 16,0 0-20-16,0 0-27 0,0 0-4 16,0 0-20-16,0 0-18 0,0 0-15 0,0 0 7 15,0 0-4-15,1 16-4 0,3-5-2 0,1 2-16 16,4 1-4-16,-1 3-16 0,1 2 1 15,1-1-2-15,0 1-7 0,0 0-11 0,4-1 6 16,-5-1-7-16,3 2-7 0,-1-3-10 16,-2-2-32-16,-1-2-27 0,1 0-24 15,-3-1-20-15,-1-3-23 0,0 0-11 0,-5-8-36 16,8 15-72-16,-8-15-105 0,0 0-567 16,0 0 288-16,0 0-150 0</inkml:trace>
  <inkml:trace contextRef="#ctx0" brushRef="#br0" timeOffset="-108223.92">11893 4646 757 0,'-10'-8'367'0,"10"8"-67"15,0 0-43-15,-4-11-22 0,4 11-19 0,6-11-20 16,-6 11-28-16,13-12-21 0,0 5-21 16,-3 1-22-16,5 1-18 0,1 1-19 0,-1 1-15 15,-15 3-7-15,28 0-8 0,-9 3-8 16,-2 1-5-16,1 4-7 0,1 3-4 15,-4 1 1-15,0 1-1 0,-2 3-4 0,1 2 3 16,-5 0-3-16,-1 3 2 0,-2 0 20 0,-1 1 3 16,-1 1-5-16,-4-1 5 0,-1 0-14 15,-2 1 1-15,-2 2-3 0,0-2-1 0,0-1-10 16,-3 1-8-16,2-3-24 0,-3-1-39 16,0 1-61-16,0-4-66 0,-1-2-78 0,1-3-154 15,0-2-346-15,9-9 251 0,-14 9-18 0</inkml:trace>
  <inkml:trace contextRef="#ctx0" brushRef="#br0" timeOffset="-107619.62">12444 4584 673 0,'0'0'321'0,"-19"4"-38"0,19-4-40 0,-18 6-42 16,18-6-9-16,-16 8-33 0,5-5-16 15,11-3-23-15,-16 11-15 0,7-4-18 0,1 0-14 16,2 2-9-16,-2 1-7 0,3 1-10 16,0 0-13-16,1 0-7 0,2 0 0 0,0 3-4 15,1-3-7-15,2 0-2 0,2 1 15 0,0 0-6 16,2-2-2-16,1-1 1 0,2-2-3 15,-1-1-3-15,4 1 0 0,0-4-4 16,-11-3-14-16,22 3-30 0,-22-3-18 0,24-4-41 16,-14 1-7-16,4-4-12 0,-2 1 6 15,-1-2 6-15,-1-2 2 0,1 0 22 0,-3-2 10 16,0 0 14-16,-2-1 20 0,0-1 13 0,-1 1 12 16,0 0 25-16,-3 1 22 0,2 3 10 15,-1 0 15-15,-3 9 15 0,4-15-3 0,-4 15-17 16,2-11-10-16,-2 11 5 0,0 0 6 15,0 0-9-15,0 0-2 0,0 0-11 0,5 7-7 16,-5-7-9-16,4 12-4 0,-4-12-4 0,9 17-3 16,-9-17-4-16,9 17-7 0,-4-9-21 15,0 0-35-15,4-1-50 0,-9-7-47 16,11 11-90-16,-11-11-145 0,0 0-259 0,0 0 202 16,23-3 85-16</inkml:trace>
  <inkml:trace contextRef="#ctx0" brushRef="#br0" timeOffset="-107353.61">12625 4207 817 0,'-2'-11'574'0,"2"11"-118"16,-8-12-75-16,8 12-80 0,-5-13-54 16,5 13-49-16,-4-9-36 0,4 9-20 15,0 0-8-15,0 0-12 0,0 0-17 0,0 0-22 16,0 0-8-16,8 9-20 0,-3 1-8 0,0-2-10 15,1 4-4-15,2 2-7 0,1 0 1 16,-1 5 0-16,-1-1-1 0,2 1-7 0,0 0-1 16,-1 2-10-16,0-1-2 0,-2 1 3 15,3-1 0-15,-4 1-6 0,0-4-11 0,0-1-39 16,0 0-45-16,3-4-43 0,-6-1-55 0,2 0-63 16,-4-11-91-16,2 16-185 0,-2-16-278 15,-6 8 263-15,6-8-53 0</inkml:trace>
  <inkml:trace contextRef="#ctx0" brushRef="#br0" timeOffset="-107156.06">12490 4506 1060 0,'-11'7'424'0,"11"-7"-90"0,0 0-56 15,0 0-36-15,0 0-49 0,0 0-37 0,0 0-33 16,0 0-25-16,0 0-29 0,25-4-37 0,-13-2-36 15,3-2-39-15,-1-3-62 0,5 0-42 16,0-2-37-16,3-2-36 0,0-2-46 0,-1-1-36 16,1 1-240-16,1 0 163 0,0 0 163 15</inkml:trace>
  <inkml:trace contextRef="#ctx0" brushRef="#br0" timeOffset="-106624.14">12897 4216 523 0,'0'0'265'15,"0"0"-58"-15,10-5-47 0,-10 5-37 16,0 0-25-16,14-5-30 0,-14 5-15 0,0 0-22 16,0 0-14-16,13-7 0 0,-13 7-5 15,0 0 3-15,0 0 11 0,9-4 13 0,-9 4 8 16,0 0 1-16,0 0 20 0,0 0-11 0,0 0 1 16,0 0 7-16,0 0-16 0,0 0 20 15,0 0 0-15,0 0-16 0,0 0 28 16,0 0-16-16,0 0 15 0,0 0-4 0,-9 6-6 15,9-6 1-15,-10 8-9 0,10-8 5 16,-13 8-7-16,13-8 1 0,-14 14-9 0,4-6 6 16,2 1 3-16,1 2-1 0,-1 0 1 0,-2 1 6 15,2 2-2-15,0 1-7 0,3 0-2 16,0 1-7-16,-1-1-5 0,2 2-12 0,3-1-8 16,-1-1 7-16,2-2-12 0,2-1 0 15,-1 0-8-15,3-1-2 0,2-1 2 0,-1-3-12 16,-5-7-14-16,14 11-13 0,-14-11-23 15,19 3-17-15,-19-3-3 0,21-5-5 16,-11 1 3-16,2-4 7 0,0 0 5 0,0-3 2 16,-3 1 18-16,2-4 6 0,-3 1-10 0,-2 0 11 15,2-3 13-15,-3 1-2 0,1 1 13 16,-2-1 6-16,0 2 7 0,-1 1 10 0,-1 0-2 16,-1 2 1-16,-1 10-2 0,3-18-2 0,-3 18 2 15,1-14-8-15,-1 14 1 0,4-8 0 16,-4 8 0-16,0 0-2 0,0 0 4 0,0 0-2 15,0 0 2-15,20 5 1 0,-20-5-8 16,12 11 9-16,-12-11-6 0,13 12 2 0,-7-5 1 16,-1-1-4-16,-5-6-6 0,14 15-5 15,-14-15-33-15,13 10-37 0,-13-10-57 16,10 6-91-16,-10-6-138 0,0 0-320 0,0 0 219 16,14-4 54-16</inkml:trace>
  <inkml:trace contextRef="#ctx0" brushRef="#br0" timeOffset="-106093.27">12967 3964 640 0,'0'0'429'0,"0"0"-103"15,0 0-70-15,-13-5-49 0,13 5-44 16,0 0-25-16,0 0-32 0,0 0-22 0,0 0-25 0,0 0-16 15,0 0 5-15,11-6-13 0,-11 6-8 16,0 0-14-16,11 6 9 0,-11-6-6 16,12 9-1-16,-12-9 0 0,10 16-6 0,-5-8 11 15,0 4 6-15,0 0-2 0,0 0 11 16,0 2 1-16,2-1 0 0,-2 1 14 0,-1 2-6 16,2-2-9-16,-1 0 1 0,0 1-9 0,-1-2-9 15,1-1-2-15,-1-1-5 0,0-2-1 16,-4-9 6-16,6 17-5 0,-6-17 4 15,7 9-5-15,-7-9-3 0,0 0-3 0,0 0 1 16,0 0-3-16,15-1-7 0,-15 1-2 16,6-13-3-16,-2 5-4 0,0-2 1 0,0 0-7 15,1-2 6-15,0-3 9 0,0 1-3 0,4 1 3 16,-3-2 3-16,3 3-2 0,-1-1 1 16,2 0 1-16,-1 4 1 0,0-1 5 0,1 2 0 15,-1 2-2-15,-9 6-3 0,17-10 9 16,-17 10 8-16,15-4 7 0,-15 4 8 15,0 0 4-15,23 0 0 0,-23 0 7 0,14 7 6 0,-14-7 6 16,11 11-3-16,-11-11-6 16,8 14-3-16,-8-14-6 0,5 15-1 0,-5-15-6 15,0 17-6-15,0-17-5 0,-2 21-7 0,-1-13 0 16,-1 3-18-16,-1-1-27 0,0 1-30 16,-1 0-47-16,-2-1-57 0,3-2-53 0,-3 0-98 15,8-8-115-15,-15 8-289 0,15-8 235 0,0 0 24 16</inkml:trace>
  <inkml:trace contextRef="#ctx0" brushRef="#br0" timeOffset="-105221.54">13513 3891 669 0,'1'-9'290'0,"-1"9"-55"15,0 0-45-15,-1-16-36 0,1 16-32 0,-4-11-18 16,4 11-14-16,-5-9-5 0,5 9-2 16,-5-8-9-16,5 8 0 0,0 0 10 0,-6-11-14 15,6 11-10-15,0 0-17 0,-8-10-1 0,8 10-6 16,0 0-7-16,0 0 3 0,-14-4-10 16,14 4 15-16,0 0 8 0,-13 4 2 0,13-4 15 15,-10 6 5-15,10-6 3 0,-13 11 7 0,6-3 0 16,-1 2 0-16,-2 1 0 0,2 0 1 15,-1 2-5-15,3 1-5 0,-3 0-1 16,1 0-7-16,3 2 7 0,0-1-15 0,1 0-2 16,3-1-7-16,0 0-8 0,1-1-3 15,1-1-14-15,0-2-1 0,3 0-2 0,0-1-8 16,1 0 1-16,-5-9-8 0,15 11-18 16,-15-11-18-16,18 5-24 0,-18-5-17 0,22-4-11 15,-12-1-11-15,4-1-1 0,0 0 6 0,0-4 4 16,0-3-3-16,-2 0-4 0,-1-3 14 15,-1-1 20-15,-1 0 15 0,0-2 7 0,-1 1 19 16,-3 1 30-16,0 1 16 0,-1 2 16 0,1 1 17 16,-4 2 5-16,2 1 5 15,-2-1-7-15,-1 11-10 0,4-14-19 0,-4 14 1 0,1-11-8 16,-1 11 5-16,0 0 2 0,0 0 1 16,0 0 0-16,0 0-5 0,0 0 3 15,0 0-5-15,0 0 6 0,7 11-8 0,-7-11-3 16,5 10-7-16,-5-10 1 0,5 12-1 15,-5-12-6-15,7 9-3 0,-7-9 6 0,9 8-3 16,-9-8-5-16,12 7-8 0,-12-7-17 0,0 0-22 16,23 0-23-16,-23 0-24 0,20-8-7 15,-8 1-6-15,-2-2 1 0,1-3-2 0,2 0 11 16,0-2 22-16,-3-4 14 0,-1 2 14 16,1-2 3-16,-1 0 6 0,-1-1 27 0,-3 4 13 15,0-1 34-15,-1 2 16 0,-3 0 3 16,-1 3 7-16,0 0 2 0,-5 2-5 15,5 9 5-15,-9-16-1 0,9 16-4 0,-10-10 1 16,10 10-5-16,-15-4-1 0,15 4-5 0,0 0-3 16,-21 0-3-16,21 0 1 0,0 0-8 15,-16 7-9-15,16-7-7 0,-5 7-1 0,5-7-7 16,0 0 0-16,2 14-8 0,-2-14-2 0,9 10-10 16,-9-10-12-16,14 11-2 0,-14-11-5 15,14 9 5-15,-4-3 1 0,-10-6 2 0,18 10 5 16,-9-6-4-16,-9-4 9 0,17 11 2 15,-10-5-1-15,2 1-1 0,-2 0 5 0,-2 0-1 16,0 4 3-16,-3-3-1 0,1 1 2 16,-2 3-1-16,-1-2 1 0,-1 1-2 0,0-1 3 15,-2 1-2-15,-1 0 4 0,0 0 0 16,-1 0-2-16,1-1-10 0,-2-1-24 0,1 0-45 16,1-1-50-16,4-8-55 0,-9 13-94 15,9-13-167-15,0 0-300 0,-10 5 243 0,10-5 8 16</inkml:trace>
  <inkml:trace contextRef="#ctx0" brushRef="#br0" timeOffset="-104811.47">13955 3602 672 0,'0'0'439'0,"0"0"-79"16,0 0-54-16,0 0-48 0,0 0-42 0,0 0-48 15,0 0-30-15,0 0-27 0,0 0-23 16,0 0-16-16,0 0-16 0,0 0-13 0,17-4-17 16,-17 4-20-16,14-10-14 0,-2 1-9 0,-3-1-9 15,1 1-1-15,-2-3-7 0,2 2 15 16,-4-2-2-16,-1-1 9 0,1 1 1 0,-3 2 15 16,0-4 10-16,-3 4 12 0,0-3 14 15,0 2 11-15,-3 2 8 0,2 0 13 16,-4 0 14-16,5 9 4 0,-9-12-1 0,9 12 2 15,-14-6-2-15,14 6-1 0,0 0-7 16,-23 5 13-16,14 1 12 0,0 2-14 0,0 3 13 16,1 1-1-16,1 1-4 0,-1 2-15 0,4 1-9 15,2-2-13-15,-2 1-14 0,4-1-4 16,0 0-8-16,1-1-7 0,3 0-9 0,0 0 2 16,1-2-5-16,2-1-12 0,4-2-35 0,-1-2-31 15,4-1-26-15,0-2-42 0,4-2-44 16,0-2-54-16,1-2-81 0,4-3-88 0,-4-4-136 15,5-5-345-15,-1 0 278 0,-1-2-111 0</inkml:trace>
  <inkml:trace contextRef="#ctx0" brushRef="#br0" timeOffset="-101176.7">14893 2954 384 0,'-10'6'287'15,"10"-6"-50"-15,0 0-32 0,-13 9-23 0,13-9-17 16,0 0-25-16,-9 4-15 0,9-4 6 16,0 0-24-16,0 0-17 0,0 0-1 0,0 0-10 15,0 0-7-15,4-9 0 0,-4 9-9 16,9-7-2-16,-9 7 1 0,14-11-9 15,-5 6 2-15,3-4-1 0,-1 0 3 0,7-1-9 0,1-1-6 16,3-4 9-16,2-1-11 16,8-1-6-16,0 0-6 0,2-1 1 0,3-2-8 15,3 3-4-15,1-2-4 0,3 0-2 0,7-4 0 16,3 2-2-16,1 0 1 0,2 1-4 16,-1 0-3-16,3-2-4 0,1 1 0 0,1-1 3 15,-1 2-4-15,0-2 1 0,3 0 1 16,-1 0-2-16,-1 0-1 0,1 0 2 0,-1 1-1 15,1-2 1-15,0 0 0 0,0 0 1 0,2 3 0 16,-3-1 0-16,3 0 0 0,-2 0 0 16,0 2-1-16,-1-1 1 0,-3 4-5 0,2-2 2 15,-9 3-6-15,0 2-9 0,-2-1-1 16,-1 2 3-16,-2-1 1 0,3 1-4 16,-5 0 3-16,4 1 1 0,-4 3-2 0,3 0 11 15,-1-2 0-15,0 0-1 0,0 2 8 0,3-2-2 16,-3 3-2-16,2-1 8 0,-2 0 6 15,1-1 10-15,2 0 17 0,0-1 9 0,5 1-7 16,-3-3-7-16,1 2-9 0,3-2-4 0,8 0-3 16,-1-3-3-16,2 2-2 0,0 0-5 0,-2 0-1 15,-7 1 4-15,8 0-5 0,0 0-2 16,-8 3-1-16,0-1-1 0,0 0-1 0,-1 2 4 16,0 0-1-16,1-1-1 0,-1 2-2 0,-2-1 0 15,4 1-1-15,-4 0 4 16,2-2-3-16,1 1-1 0,-3 1 3 0,6 1-6 15,-1-1 4-15,-1 0-3 0,3-1 2 0,8-1-6 16,-10 2 9-16,1 1-4 0,-2 0 6 16,2 0-4-16,-1 2-1 0,2-2 5 0,-1 2-1 15,1-2-3-15,1 2 8 0,1 1-2 0,3-1-2 16,8 2 1-16,-9-1 7 0,11-1-1 0,2 1 1 16,-1 0-1-16,-13 2-4 0,4-2-2 15,-4 2 0-15,4 0 6 0,-1 0-3 0,-2-2-3 16,-1 2-1-16,-1 0-3 0,-1 1-1 15,0 0-1-15,0-3 0 0,-1 2 4 0,0 1 1 16,0 0-1-16,-1 0-1 0,0 0-1 16,0 0 2-16,-2 0 1 0,2 1 0 0,-3-1-1 15,1 3-2-15,0-2 1 0,1 0-3 16,-2 1 3-16,-3 0-3 0,1 0 2 0,-2 1 0 16,-3-1 1-16,1 0-1 0,-8 1 1 0,0 1-1 15,0-3-4-15,-1 2 2 0,1 0 0 0,-3 0 2 16,0 1 0-16,-1 1-3 0,2-1 0 15,-1 1 3-15,0 1 1 0,4 2-2 0,4-2-2 16,-2 3 1-16,1 0-1 0,0 0 3 0,-2-1-4 16,1 1 4-16,-2 0 1 15,-1 0-4-15,-1-2 2 0,-4 1 3 0,5 0-3 16,1 1 1-16,-2-1-1 0,-1 2 4 0,3-2 1 16,-6-1 9-16,-3 0-14 0,4 1 1 15,-2-1-1-15,7 1 0 0,-7-1 2 0,1 0 2 16,5 3-3-16,1 0 3 0,-2-2-3 0,1 2-2 15,-6-3 1-15,1 1 4 0,-2-2 2 0,-2 1-5 16,1-1-2-16,1 1-1 0,-1-1 1 16,-1 1 1-16,0-1-1 0,-1 0 2 0,3 1 2 15,-4-1 9-15,2 0 3 0,-3 2-2 0,-2-3-2 16,4 1-4-16,-6 0 0 0,5 0-7 16,0 1 6-16,0 1 3 0,0 1-3 15,1-1 6-15,-1 0-3 0,2 1 2 0,0-2-4 16,0 0-1-16,-3 3 1 0,3-2-5 15,-2 0 5-15,0 1 5 0,0-1-1 0,0 0-1 16,2 2 7-16,-3 0 8 0,2-1 1 16,-2 3-3-16,1-4-2 0,-1 3-9 0,-3-3-1 15,0 3-2-15,-3-4 1 0,0 2-4 0,-1 0-1 16,2-2 2-16,-1 2 0 0,0 0 0 16,1 3 4-16,-2-4 1 0,4 5-1 0,-2-1 4 15,1 0-11-15,-3 0 5 0,2 1-3 0,-3-3 5 16,2 5 3-16,-2-2 6 0,0-1-2 15,2 2-1-15,-4-1 6 0,1-3-8 16,-1 2-6-16,-1-1-1 0,1 0 0 0,-1-1 7 16,1 2-7-16,-1-2-1 0,0 0-7 15,1 1 10-15,0 2-4 0,6-1-4 0,-2 1 6 16,1 0-4-16,-5-3 1 0,1 1 20 16,1 0-7-16,-3 0-3 0,-1-3-4 0,0 1 8 15,-2-2-18-15,-2 0 11 0,-2-3-14 0,-11-4-9 16,18 8-25-16,-18-8-54 0,0 0-74 15,14-4-83-15,-14 4-104 0,-8-12-144 0,-1 4-390 16,-2-3 280-16,-6-2-119 0</inkml:trace>
  <inkml:trace contextRef="#ctx0" brushRef="#br0" timeOffset="-100732.43">25478 2374 539 0,'0'0'221'15,"9"-8"-43"-15,-9 8-24 0,9-7-15 0,-9 7-3 16,9-6-3-16,-9 6 4 0,0 0-3 16,13-7-34-16,-13 7 11 0,0 0-5 15,10-6-1-15,-10 6 4 0,0 0-11 0,0 0 4 16,0 0-9-16,20 2-11 0,-20-2-3 15,11 6-5-15,-11-6-1 0,11 9-4 0,-11-9-5 16,15 13-1-16,-8-6 3 0,-1 1 0 16,2 3-4-16,1 0 0 0,0 1 5 0,-2-2 0 15,3 3-7-15,-1-2-3 0,-1 3 1 0,1-1-6 16,1 1-4-16,-1-1-4 0,0-1 3 16,0 1-6-16,0 1-2 0,-1-2-7 0,-1 1 17 15,2 0-2-15,-2-1-6 0,0 0 0 16,-3-3-15-16,1 1-8 0,0 0 12 15,-5-10-12-15,0 15 14 0,0-15-8 0,-9 14-10 0,0-7 8 16,-2-2-2-16,-7 0-5 16,-2-1-7-16,-5-2-5 0,-3 1-5 0,-1-1 1 15,-2-2 11-15,2 2-11 0,-2 0-4 0,3-1-36 16,0 0-60-16,0 0-68 0,2 0-78 16,4 0-94-16,-1 0-163 0,1 1-429 0,3-2 291 15,19 0-155-15</inkml:trace>
  <inkml:trace contextRef="#ctx0" brushRef="#br0" timeOffset="-98548.05">25962 1723 982 0,'0'0'379'0,"0"0"-53"0,0 0-22 0,-9-9-35 15,9 9-34-15,0 0-30 0,0 0-23 16,0 0-19-16,0 0-23 0,-8-6-19 0,8 6-17 15,0 0-20-15,0 0 3 0,0 0 7 0,0 0 10 16,-5 8 13-16,5-8-13 16,-4 13 0-16,2-4 2 0,-1 2-4 0,1 3-13 0,-2 0 3 15,0 3-10-15,0-1-3 0,-1 5-10 16,0-1-12-16,0 0-4 0,1 3-13 16,0-8-3-16,1 3-3 0,2-1-6 0,-1 0-10 15,0-1 3-15,0-2-14 0,-1-3-1 0,2 0-25 16,1 0-41-16,0-11-33 0,-4 17-39 15,4-17-50-15,-1 10-61 0,1-10-92 0,0 0-117 16,-13 3-645-16,13-3 332 0,-15-9-280 16</inkml:trace>
  <inkml:trace contextRef="#ctx0" brushRef="#br0" timeOffset="-98293.09">25561 1777 1241 0,'0'0'411'0,"0"0"-65"0,0 0-46 0,0 0-64 15,0 0-37-15,0 0-28 0,0 0-24 16,8-12-25-16,4 7-24 0,3-1-20 0,2-2-18 16,4 1-13-16,2 0-8 0,1-1-11 0,4-2-5 15,1 4-10-15,1-2-11 0,-6 2-22 16,2 0-27-16,-1 1-30 0,-1-1-28 15,0 3-40-15,-4-1-37 0,-1 3-44 0,-19 1-35 0,29 0-43 16,-29 0-97-16,23 2-158 16,-23-2 166-16,14 5 153 0</inkml:trace>
  <inkml:trace contextRef="#ctx0" brushRef="#br0" timeOffset="-98032.61">25673 2046 763 0,'-7'8'358'0,"7"-8"-46"16,-8 15-57-16,8-15-12 0,-5 13-23 0,5-13-25 15,-4 10-25-15,4-10-10 0,-2 10-14 16,2-10-7-16,0 0-16 0,3 11-27 0,-3-11-10 16,0 0-11-16,12 4-20 0,-12-4-13 15,0 0-16-15,22 3-3 0,-22-3-11 0,20-1-12 16,-20 1-15-16,28-3-29 0,-28 3-32 0,33-1-34 15,-15 0-40-15,1 0-13 0,-1 0-26 16,-18 1-26-16,36-2-53 0,-36 2-113 0,30-1-210 16,-30 1 179-16,26-3 128 0</inkml:trace>
  <inkml:trace contextRef="#ctx0" brushRef="#br0" timeOffset="-97191.64">26043 1916 863 0,'0'0'359'0,"0"0"-87"0,3-11-29 0,-3 11-37 16,0 0-25-16,0 0-22 15,8-9-22-15,-8 9-12 0,0 0-22 0,0 0-14 16,11 4-6-16,-11-4-8 0,10 7-5 0,-10-7-9 0,9 12-7 16,-9-12-9-16,9 14-9 15,-5-5-2-15,-1 0 0 0,0 1-3 0,0 0 1 16,-2 1 0-16,0 1 3 0,-1 1-5 0,0-3 0 16,-1 2-5-16,-3-1 6 0,1 1-1 15,0-1-1-15,-1-3-2 0,0 3-6 0,0-2-2 16,-1-1 0-16,1 0-3 0,4-8-5 0,-10 13 1 15,10-13 2-15,-7 10-5 0,7-10-1 16,0 0-2-16,-12 5-5 0,12-5-8 0,0 0-8 16,0 0-1-16,0 0-3 15,-6-9-5-15,6 9-3 0,2-13-6 0,-2 13-2 16,7-19-4-16,-2 7-3 0,1-1-9 0,2-1 1 16,2 1 7-16,-1 0 2 0,0 0 6 0,2 1 6 15,-2 2 3-15,-1 1 2 0,2 0 6 16,-3 2 5-16,0 1-2 0,-7 6 4 0,14-12 0 15,-14 12 3-15,12-6 0 0,-12 6 2 0,0 0 1 16,15-1-2-16,-15 1 8 0,0 0 1 16,15 7 5-16,-15-7 7 0,7 12 10 0,-7-12 3 15,4 14-1-15,-4-14-2 0,2 19-4 0,-2-8 2 16,-1 1 1-16,0-1-7 16,-1 0-1-16,1 0-2 0,-2 2-1 0,0-2-3 15,0 0 2-15,-1-2-5 0,0 2 3 0,-2-2-4 16,2 0 0-16,4-9-2 0,-5 14-3 15,5-14 3-15,-5 11 1 0,5-11 2 0,-5 8-3 16,5-8-3-16,0 0 4 0,0 0-3 16,0 0-1-16,0 0-3 0,0 0 6 0,0 0 2 15,-7-9 0-15,7 9 3 0,4-15 1 0,0 7-7 16,0-3 6-16,1 1-5 0,0-3 4 16,3 2 1-16,-2 0 4 0,3 0 7 0,-2 0 2 15,0 2 2-15,2 0 0 0,-2 2 1 0,2 0 0 16,-1 1 2-16,1 0 3 0,0 0-11 15,-9 6 3-15,18-9-3 0,-18 9-8 0,15-4-3 16,-15 4 3-16,0 0 1 0,23 0-1 16,-23 0 1-16,0 0-5 0,19 6 6 0,-19-6-7 15,11 7 0-15,-11-7 2 0,9 9 1 16,-9-9-5-16,7 14 1 0,-7-14-2 0,5 12 4 16,-5-12-2-16,4 13-5 0,-4-13-12 0,1 14-11 15,-1-14-20-15,0 13-31 0,0-13-38 16,3 10-61-16,-3-10-53 0,0 0-117 0,1 12-529 15,-1-12 278-15,0 0-109 0</inkml:trace>
  <inkml:trace contextRef="#ctx0" brushRef="#br0" timeOffset="-96467.31">26703 1939 495 0,'0'0'249'0,"2"-12"-41"0,-2 12-15 15,0 0-25-15,3-13-24 0,-3 13-13 16,0 0-6-16,1-12-9 0,-1 12-2 0,0 0-13 16,0-8-20-16,0 8-18 0,0 0-6 15,0-12-14-15,0 12-8 0,0 0 12 16,-5-8-5-16,5 8 4 0,0 0-3 0,-15-5 9 15,15 5 9-15,0 0-3 0,-19-2 12 16,19 2-5-16,-19 4 1 0,19-4 2 0,-20 7 1 16,8-1 2-16,0 2 0 0,1 0-5 0,-2 0 5 15,1 3 5-15,0 0-1 0,0 0-3 16,1 2 0-16,1-1-4 0,1 1-7 0,1-1-14 16,-1-1-3-16,4 1-9 0,0 0-8 0,2-3-4 15,-1 1-4-15,4-10 0 0,-1 17-7 16,1-17-5-16,4 12-5 0,-4-12-13 15,9 10-20-15,-9-10-20 0,14 5-10 0,-14-5-7 16,0 0 3-16,28-2 1 0,-28 2 5 16,22-7 3-16,-8-2 11 0,-1 4 12 0,0-4 3 15,0 0 4-15,0 0 8 0,-2-1 7 0,1 1 10 16,-1-1 9-16,-2 2 7 0,-1 0 1 16,-8 8 6-16,13-12-5 0,-13 12-4 0,9-12-3 15,-9 12-4-15,7-7-4 0,-7 7 4 0,0 0 3 16,0 0 4-16,8-8 5 0,-8 8 7 15,0 0 4-15,0 0 8 0,-4 14 6 0,4-14 11 16,-4 14 6-16,3-3 7 0,-3 2 47 16,2 4 44-16,-1 1-10 0,-1 4-8 0,2 2-25 15,-2 1-25-15,0 2-18 0,0 3-1 16,1 1-15-16,-3 0-7 0,1 0-9 0,-2-3-6 16,-1 0-1-16,-4-3-11 0,2 0 1 15,-4-4-3-15,0-1 1 0,-4-4-11 0,3-1-4 16,-4-3 5-16,-1-1-8 0,-1-2-2 15,-1-2-1-15,0-2-5 0,1-2-22 0,-1-3-4 16,2-3-10-16,-2 0 9 0,4-3-1 0,3 1 0 16,2 0-13-16,3-4-28 0,1 1-36 15,7-2-14-15,2-2-17 0,4-1 0 0,4 0-14 16,5-3-13-16,2 1-7 0,3-1 1 0,1 3-21 16,-1 2-31-16,4 1-32 15,-2 2-59-15,0-2-87 0,1 4-265 0,1-2 213 16,-4 3 67-16</inkml:trace>
  <inkml:trace contextRef="#ctx0" brushRef="#br0" timeOffset="-91738.76">17263 8163 750 0,'0'0'447'0,"-10"-7"-112"0,10 7-80 0,0 0-42 15,0 0-51-15,0 0-32 0,-7-9-24 16,7 9-27-16,0 0-9 0,0 0-12 0,0 0 6 15,0 0 1-15,0 0 2 0,11 4-3 0,-11-4-4 16,15 8 4-16,-15-8-9 16,20 9-2-16,-6-3-7 0,1-2-8 0,5 3-6 15,1 1-8-15,0 0 1 0,8 0-3 0,0 2-5 16,3-1-4-16,7 4-6 0,-2-1 4 16,5 3-8-16,3-2 3 0,-2 1 1 0,4 2-3 15,-1-2-4-15,4 2-1 0,7 1 5 16,2 1-2-16,1-1-2 0,4 2 3 0,0-3 1 15,-2-1 4-15,3-1-2 0,3 1-6 0,0 0 7 16,3-1 4-16,3 1 2 0,-3-2-5 16,6 0 1-16,-1-1 5 0,5 0 1 15,-1-2-2-15,0 1-3 0,2 1-2 0,1-3 6 16,1 1-11-16,0 0 7 0,3 0-8 16,0-1 6-16,2 0-7 0,2 0-4 0,1-2 0 15,1 3 3-15,3-4-2 0,4 2 7 0,2-1-12 16,3-1 11-16,21 3-5 0,-1-2-1 15,5 0 0-15,-1 0 8 0,4-2-7 0,3 0-2 16,2 0-4-16,2 2 1 0,3-1 7 16,6-2 3-16,3 1 4 0,5 0 0 0,1 1 15 15,8-2-5-15,1-1 1 0,5 0-5 0,3 1 1 16,1 0 1-16,5-1-1 0,3 1-2 16,4 1-16-16,4-2 6 0,7 1-3 15,0 0-2-15,1 0 2 0,5 0-3 0,-1-2-10 16,3 1-17-16,-1-1 8 0,1-1-17 15,0-2-2-15,-2 1 4 0,-1-1 7 0,1-2-5 16,-5-3-2-16,2 1-5 0,-6-4 3 0,-2-2-8 16,-1-1 6-16,-2 1 7 0,-3-4 13 15,-1-2-4-15,-2-1 4 0,-1 2 3 0,-2-2 1 16,-3-1 7-16,-1 3 0 0,-3-3 4 16,-3-2 0-16,-1 3 0 0,-2-1 2 0,-3-1 5 15,-3 1-7-15,-4-1-5 0,-3 1-2 16,-4 0 4-16,-7-1-9 0,-1-2 11 15,-5-2-5-15,-5-1-1 0,-4 0 5 0,-6-2-1 16,-5 0-2-16,-5-2 0 0,-5-3-18 0,-5-1 9 16,-5 0-12-16,-18 3-9 0,11-7-3 15,-18 5-24-15,-4-3-27 0,-2 2-34 0,-5-2-50 16,-4-2-43-16,-2 1-6 0,-5 0-39 0,-5 1-217 16,0-3 152-16,-5 5 210 0</inkml:trace>
  <inkml:trace contextRef="#ctx0" brushRef="#br0" timeOffset="-85656.47">23433 12368 600 0,'3'-12'345'16,"-3"12"-48"-16,0-15-67 0,0 15-33 0,0-10-27 15,0 10-18-15,1-13-28 0,-1 13-20 16,4-9-9-16,-4 9-27 0,0 0-12 0,4-12-5 16,-4 12-6-16,0 0-6 0,0 0 2 0,0 0-7 15,0 0-2-15,15 5 18 16,-11 2 6-16,3 5 13 0,-1 4 15 0,-1 6 1 0,4 6-7 16,-3 4 11-16,3 10-14 0,1 3 3 15,-2 5-2-15,1 13-9 0,-1 5 2 0,0 3 8 16,0 7 14-16,1 5 20 0,1 4 23 0,-2 7-4 15,2 21 29-15,1 3-18 16,1 6-21-16,-2 0-10 0,2 4-2 0,-1 2 7 16,1 1-2-16,0 2-11 0,1 3-3 0,3-1-1 15,-1 1 6-15,0 0-8 0,2-2-3 16,1-1-15-16,-2 0-13 0,3-4-3 16,-1-3-13-16,1-3-14 0,-1-2-7 0,-2-4-9 15,0-6-6-15,-4-3-8 0,-2-18-14 0,-1-3-28 16,-3-2-36-16,-2-4-44 0,-1-1-58 0,-1-4-37 15,-1-1-42-15,-1-6-39 16,0-10-20-16,0-5-34 0,0-2-16 0,3-5-64 0,-3-11-92 16,1-4-354-16,2-6 278 0,0-7-108 15</inkml:trace>
  <inkml:trace contextRef="#ctx0" brushRef="#br0" timeOffset="-84252.01">23937 12381 495 0,'70'-16'326'16,"7"0"-60"-16,5 0-45 0,3-2-44 0,7 0-35 15,22-2-19-15,0 1-28 0,2 0-11 16,1-4-5-16,2 3-25 0,3-3 2 0,-1 2-22 16,3 0 0-16,-3 2-8 0,1-2-1 15,1 4-3-15,0 0-17 0,-2-1 7 0,-2 1-4 16,-2 0-6-16,-2 1-7 0,-17 2-14 15,1 0-16-15,17-3-5 0,-19 4-10 16,-2-2-5-16,0 0-3 0,-2 1 2 0,-1 0-2 16,-2-1-16-16,-2 0-12 0,-5 0-6 0,1-1-16 15,-1 1 4-15,-5 1-11 0,0-1-19 16,-4 0-87-16,-3 3-84 0,-4-1 92 0,-1 2 66 16</inkml:trace>
  <inkml:trace contextRef="#ctx0" brushRef="#br0" timeOffset="-83227.72">28015 11768 406 0,'0'0'255'15,"0"0"-61"-15,0 0-28 0,0 0-20 0,7-6-21 16,-7 6-24-16,0 0-17 0,0 0-14 15,0 0-12-15,11 7-9 0,-11-7-4 0,9 9 8 16,-9-9 8-16,9 15 7 0,-2-7 1 16,-2 6-8-16,1-1-3 0,2 0-7 0,-2 8-15 15,0-2 5-15,2 1 0 0,2 7 5 0,-3 1 3 16,0 0 8-16,1 4-2 16,0-1 4-16,-1 9 9 0,2-2-7 0,-2 3-9 15,1 1 1-15,1 3-3 0,-1-1 0 0,1 2 15 16,0 2-3-16,-3 1-2 0,3 1-8 15,5 9-7-15,-2 1 0 0,-3-10-3 0,2 11 7 16,1 2 0-16,0-2-11 0,-1 3-2 16,1-1-4-16,1 0-3 0,-3 0-4 0,2 4-10 15,1-2 14-15,-4 0-4 0,2 2 0 0,0 0 7 16,-2 0 2-16,-1 2 4 0,2 0 2 16,-1-1 2-16,-2 1-2 0,0 0 3 0,2 2 15 15,-2-1-17-15,0 2 8 0,1 1-4 16,1 0-6-16,-2 1-10 0,1 0-1 15,2-2-12-15,-3 1-1 0,0 2-7 0,1 0 19 16,-2 0-15-16,3 0-3 0,-2 2 2 16,0 2-4-16,3 0 3 0,-2-1-14 0,1 1 7 15,0-2 4-15,2 0 4 0,1 2 3 0,2-2-10 16,-3 1-5-16,2-1 4 0,1-2 6 16,-1 0-10-16,0-2-1 0,0 0-1 0,-2 0 1 15,0-3 9-15,0-1-5 0,1 1 3 16,-3-2-9-16,0 0 3 0,3 1 1 15,-3-2 3-15,0-2-6 0,0 1-2 0,-1-2 8 0,0-1-2 16,1 0-4-16,-2-1 0 16,-1-9-6-16,-1 0-20 0,-1 0-12 0,0-2-11 15,-2 0-7-15,-1-1-4 0,1 0-24 0,-2-4-12 16,-2 0-13-16,4-7-3 0,-4-3-14 16,2 0-28-16,0-2-68 0,0-7-134 0,-1-2-504 15,1-5 276-15,-2-1-100 0</inkml:trace>
  <inkml:trace contextRef="#ctx0" brushRef="#br0" timeOffset="-82140.78">23994 16727 710 0,'0'0'283'0,"0"0"-46"15,0 0-37-15,0 0-27 0,10 7-8 16,-10-7-23-16,5 9-26 0,-5-9 4 0,4 13-12 16,-1-1-14-16,1-3-12 0,0 5-3 15,0 1-6-15,0 1-6 0,2 0-11 16,-2 6-3-16,1 1 1 0,-2 2 0 0,2 4-8 15,-1 2 11-15,1 2-3 0,-3 2-2 16,3 1 1-16,-2 1-1 0,1 6-4 0,-2 0-8 16,3 1-6-16,-1 0-10 0,0 2-3 0,-1-2-3 15,3-2-8-15,-1 2 1 0,-1-2-7 0,0 1 7 16,2 0-6-16,-1-1 1 0,0-3 7 16,2 2-4-16,-1-7-8 0,-1 0 6 0,0 0-3 15,0-2-6-15,3-2-2 0,-2 1-3 0,2-5-3 16,-2 2-1-16,3-5-14 0,-4-2-13 15,3 1-14-15,-1-2-17 0,0-1-22 0,-2-5-28 16,0 1-4-16,0 1-30 0,1-4 4 16,0 1-15-16,0 2-21 0,-1-5-11 0,-1 0-26 15,0 1-46-15,0-4-222 0,0 2 154 16,-4-9 205-16</inkml:trace>
  <inkml:trace contextRef="#ctx0" brushRef="#br0" timeOffset="-81393.18">24323 18149 440 0,'0'0'298'16,"0"0"-75"-16,0 0-28 0,0 0-39 16,0 0-35-16,0 0-26 0,0 0 6 0,0 0-28 15,0 0-8-15,0 0-11 0,0 0-5 0,19 5 3 16,-19-5 36-16,25-2-1 0,-7 1 2 16,-1-1-25-16,3 1 2 0,4-4-13 0,4 3-7 15,4-2 16-15,1 0-1 0,3 0 9 0,1-2 8 16,2 1-2-16,6-1-4 15,1 0-5-15,4-1-17 0,-2 1-5 0,2-1-10 16,1 0-6-16,1 0-7 0,-2-1-8 0,4 0 0 16,-1 2-7-16,0-1 1 0,0-2 0 15,2 2-5-15,-3-2 2 0,0 2 0 0,1-2-2 16,-1 0-9-16,1 2 1 0,0-3 4 0,-3 1-1 16,-1 0 2-16,1-1-2 0,0 1 0 15,-4-1 0-15,3-1 2 0,-3 2-4 0,1-2-1 16,-3 1-2-16,2 1 4 0,-4-2 2 0,-1 2-2 15,1-1 3-15,-1 0 1 0,-6 2-1 16,-1 0 4-16,8-1-1 0,-1 0 1 0,0-2 1 16,-1 0 2-16,3 2 2 0,-2-3-1 0,0 2 2 15,2 0-2-15,0-1 4 16,0 0 4-16,2-1 0 0,0 2 0 0,-1-1-3 16,2 0 1-16,-1 0-2 0,2 1 1 0,-1 0-6 15,0-1 3-15,1 0-2 0,0-1 1 16,1 1-3-16,1 0-2 0,-1-1 1 0,1 1-3 15,2-1 0-15,0-1 0 0,9-3 0 0,0 2-5 16,-9 1 6-16,10-4-1 0,-1 3 0 16,-8 1-2-16,7-4 1 0,1 3 6 15,0-1-1-15,0-1 3 0,-9 3 13 0,1 1 6 0,10-3 1 16,-1-1 2-16,-1 0-1 0,0 2-9 16,-8 1 0-16,8-1-8 0,-8 2-3 15,10-3 0-15,-2 0-7 0,0 1-1 0,-8 2-5 16,9-3-13-16,-7 5-3 0,-1-3-4 15,1 2-2-15,8-2-2 0,-9 4-3 0,0-1 1 16,-2 3-2-16,-2-3-9 0,-1 1-22 0,-4 0-42 16,-1 1-45-16,-4 0-81 0,-9-4-157 15,-2 1-376-15,-9 0 248 0,0 1-12 0</inkml:trace>
  <inkml:trace contextRef="#ctx0" brushRef="#br0" timeOffset="-80340">24302 17302 402 0,'0'0'172'0,"0"0"-30"0,15 4-28 16,-15-4-17-16,0 0-10 0,18 0-4 0,-18 0 3 15,19 0 4-15,-19 0 15 0,27-2-7 16,-13-1 8-16,5 1-19 0,6-2-13 0,-1 1-7 15,3-1-14-15,7-1-20 0,2-1-5 16,2 1 10-16,7-3-8 0,3 0-7 0,1 2 6 16,4-2-17-16,2 2 4 0,1-1-1 0,13-2 6 15,0 1-3-15,0 1-10 0,2-2 15 16,2 0 4-16,0-1-1 0,1 0 18 16,2-2 0-16,2 2 20 0,-3-4 3 0,3 3-7 15,1-3 4-15,2 1-3 0,0-1-5 16,1 0-7-16,1-1-10 0,2 1-2 0,-2 0-4 15,4-2-8-15,0 2-11 0,-1-1-2 16,4 0-5-16,-2 1-10 0,-3-1 1 0,3 0-5 16,-1-1-9-16,-2 1-13 0,-2-1 5 0,-1-1-11 15,-3 0-6-15,-2-2-15 0,-1 2-4 16,-3-1 11-16,-2 0-14 0,-2-1 3 0,-4-1-4 16,-4 2 2-16,-2-1-34 0,-12 3-41 0,-1 2-57 15,-4-2-98-15,-5 2-209 0,-6 3 156 16,-4 1 196-16</inkml:trace>
  <inkml:trace contextRef="#ctx0" brushRef="#br0" timeOffset="-79191.53">24963 17642 369 0,'0'0'138'0,"15"-4"-20"16,-15 4-15-16,0 0-5 0,0 0-19 16,0 0-2-16,9-5-10 0,-9 5 2 15,0 0-5-15,0 0 5 0,0 0 9 0,0-10 9 16,0 10-3-16,0 0 4 0,0 0 11 16,-2-12-6-16,2 12-7 0,0 0 8 0,0 0-15 15,-5-9 8-15,5 9-15 0,0 0 1 0,0 0-11 16,-7-8-23-16,7 8 4 0,0 0-12 15,0 0 1-15,-14-3-13 0,14 3 5 0,0 0-14 16,-17 1 16-16,17-1-2 0,-13 3 1 0,13-3 7 16,-18 7-6-16,18-7 11 0,-21 8 5 15,12-4-2-15,-1 2 3 0,-3 3-4 0,2-4-3 16,-2 3 1-16,2 1-4 0,2-1-8 16,-3 0-4-16,3 2-1 0,0 0-4 15,2-1-3-15,-1 1 0 0,4 1-3 0,0-2-3 16,4-9 4-16,-3 17-2 0,3-17-2 15,2 18-1-15,2-10 6 0,1-1-2 0,0 0-2 16,5 1 2-16,1-1-3 0,0-1 0 0,4-1-1 16,1 0-2-16,2-1-1 0,1 0-2 15,4-2 1-15,-2 0 0 0,2-2-8 0,1 0 1 16,2-1-2-16,2 0-1 0,-1-1-2 16,0-2 1-16,-2-1 5 0,2-2-1 0,-3 3 2 15,-2-1-1-15,0-3 5 0,-3-1-1 0,-1-1 2 16,-2 1 4-16,-2-3 1 15,-4 0-1-15,-3 1 1 0,-1-1 4 0,-3-1-2 16,-1-1 3-16,-3 3 0 0,-2-4 0 0,-2 2 0 16,-4-1-2-16,-1-1 1 0,-3 2-3 15,-2 1 0-15,-2 2-2 0,-3 0 0 0,0 3-2 16,-1 0-5-16,-3 1 3 0,-1 2-7 0,-1 2-11 16,-1 1-10-16,2 1-7 0,-3 1-14 15,1 0-20-15,-1 2-28 0,2 1-18 0,2 2-43 16,1-1-25-16,0 0-34 0,5-2-82 15,4 2-345-15,14-5 201 0,-23 6 85 0</inkml:trace>
  <inkml:trace contextRef="#ctx0" brushRef="#br0" timeOffset="-78166.31">26869 17095 625 0,'-11'6'308'16,"11"-6"-37"-16,-10 5-57 0,10-5-26 0,-16 7-23 15,16-7-31-15,-18 8-2 0,18-8-24 16,-21 10 1-16,21-10-9 0,-20 11-8 0,7-4-7 15,2 0-7-15,-1 2-5 0,-1 0-5 0,2 1-3 16,-2 4-4-16,0-1-3 0,0 0-11 16,1 2-9-16,-1 1-5 0,3 1-5 0,0-1-3 15,1 2-7-15,1 0-5 0,2 0-1 0,2-1-4 16,1-2 0-16,2 1-5 0,1-2 3 16,1 0-4-16,3-1 0 0,1 1 0 0,3-3 4 15,2 0-1-15,0-1-3 0,3-1 0 16,3-3 0-16,-1-3-3 0,1 0-6 0,2-2 1 15,0-1-4-15,1-4-3 0,3-1-2 16,-2-1 2-16,2-2-1 0,-3-1 2 0,-1-2 2 16,-1-2 7-16,-1 0 4 0,-3 0 0 0,0-2 6 15,-4 0 4-15,-3 1 7 0,-1 0 6 16,0-2 2-16,-5 3-3 0,-2-2 3 0,-2 0 1 16,-4 1 1-16,-1 2-8 0,-2-3-1 0,-3 4-8 15,-4-1 0-15,1 2-6 0,-6 1-1 16,1 1-2-16,0 3-14 0,-2-1-12 0,-1 3-23 15,6 0-18-15,-1 0-40 0,-1 1-32 0,3 2-63 16,1 0-100-16,1-1-482 0,16 1 255 16,-28-2-29-16</inkml:trace>
  <inkml:trace contextRef="#ctx0" brushRef="#br0" timeOffset="-76920.39">28396 16736 853 0,'0'0'329'16,"0"0"-56"-16,-17 1-37 0,17-1-29 0,0 0-29 15,-17 5-28-15,17-5-36 0,-15 5-9 16,15-5-15-16,-20 5-9 0,20-5-10 0,-25 9-3 15,11-3-1-15,-1 1-4 0,2 0-7 16,-3 3-4-16,0 0-7 0,-1 1-7 0,0 1-10 16,2 1-4-16,1 2-4 0,-2 0-4 15,4-1 0-15,0 1-4 0,1 1-5 16,2-1 3-16,1 0-11 0,2-3-1 0,3-1 6 16,1 1 0-16,3-2 1 0,1 2 0 0,4-5 0 15,1 3-3-15,3-3 4 0,2-1-2 16,4-1-1-16,1-3 0 0,2 0 0 0,1-3-2 15,2-1 2-15,3-2-1 0,1-2 0 16,-2-1 2-16,6-2-1 0,-3-1 2 0,-3-2 4 16,0 1 0-16,-4-1 0 0,-3-1 2 0,1-1 6 15,-4 0 8-15,-1 0 11 0,-3-2 1 16,-4 2 0-16,0-2-10 0,-3 1 1 0,-3 1-7 16,-3-2-3-16,-3 2-3 15,-1 0-1-15,-2 1-8 0,-6 1 1 0,-1 1-5 16,-6 3-17-16,0-1-30 0,-5 3-30 0,-8 4-39 15,5 2-24-15,-7 0-17 0,0 2-27 16,2 4-36-16,-2 0-77 0,5 0-455 0,-2 1 245 16,6 2 0-16</inkml:trace>
  <inkml:trace contextRef="#ctx0" brushRef="#br0" timeOffset="-76469.36">27769 16671 620 0,'5'-15'326'16,"-5"15"-28"-16,12-11-32 0,-4 3-30 16,5 0-6-16,4-1-22 0,4-2-21 0,7-2-28 15,6-4-20-15,6 0-21 0,2-1-24 0,2-1-1 16,12-4-23-16,-1 1-41 16,0-2-66-16,-4 2-87 0,3 0-93 0,-11 3-127 15,-1-1-404-15,-4 1 246 0,-2 0 2 16</inkml:trace>
  <inkml:trace contextRef="#ctx0" brushRef="#br0" timeOffset="-72089.61">23164 12337 411 0,'22'-2'275'0,"-22"2"-41"0,0 0-24 16,22 2-34-16,-22-2-21 0,19 2-17 15,-19-2-12-15,24 4-18 0,-11-1-20 0,2 0-16 16,1 2-25-16,4 3-2 0,0-2-14 16,-1 3-9-16,3 1 4 0,2-2-7 0,-2 1-5 15,2 3-15-15,-1-2 7 0,-1 0-20 16,-3-1 3-16,1-1-15 0,2 3-14 16,-7-4-17-16,3 0-16 0,-5 1-30 0,0-3-35 15,-2 1-55-15,-11-6-292 0,14 11 150 0,-14-11 209 16</inkml:trace>
  <inkml:trace contextRef="#ctx0" brushRef="#br0" timeOffset="-71272.62">23331 12281 227 0,'23'-3'125'0,"3"-1"-34"0,-1 1-28 16,1-3-21-16,1 2-13 0,-3-1-23 0,4 1-29 16,4-2-26-16,-3-1-33 0,5 1-58 0,-3 1 41 15,4-3 33-15</inkml:trace>
  <inkml:trace contextRef="#ctx0" brushRef="#br0" timeOffset="-71036.6">25198 11841 39 0,'16'-4'-13'16,"2"1"3"-16,1 0 3 0</inkml:trace>
  <inkml:trace contextRef="#ctx0" brushRef="#br0" timeOffset="-69863.28">23451 12264 436 0,'14'-6'220'0,"3"1"-36"0,0 1-21 15,2-2-13-15,1 2-26 0,2-4-32 16,1 1-17-16,1-1-14 0,0 1-11 0,4-1-11 15,0 1-14-15,-1 2-4 0,1-3-10 0,1 0-4 16,2 3-12-16,-2-3-6 0,2 1-1 16,-2 1 2-16,2-1 4 0,0 1-2 0,-1-1 5 15,1 1 2-15,-2 0 2 0,-1 0 5 16,2 0 3-16,0 0 15 0,2 0 3 0,-8 0 9 16,3 2 0-16,1-3-7 0,-1 2-4 0,0 0-7 15,0 0-5-15,-1-1-10 0,2 2-7 16,-2-2-3-16,1 0-7 0,0 2-4 0,-1-1 4 15,2-1 6-15,4 0-1 0,-5 1 4 16,-2 0-2-16,1 0 2 0,2 1 4 16,-2-2-2-16,-1 2 5 0,1 0 2 0,0 1 2 15,-1-2 5-15,0 1 1 0,1 1 4 16,1-1-9-16,-1-1 8 0,1 1 9 0,0 0 7 16,1-1 3-16,-2 2 2 0,2-1 0 0,3-2-10 15,-2 1-5-15,1-1-10 0,2 2 7 16,0-2-3-16,1 0 2 0,-1 1-17 0,0-1 12 15,1 1-3-15,-1-1-1 0,-7 1-6 16,2 1-5-16,0-1 0 0,-2 0 8 16,0 0-10-16,0 1 10 0,-2-1-10 0,0 0 9 0,1 0-5 15,-1 1 3-15,-1 0 1 16,2 0-3-16,0 1-1 0,-1-2 0 0,1 2-10 16,0 0-37-16,0 0-40 0,-1-1-29 15,-3-1-7-15,1 1-2 0,0 2-5 0,-1-4 9 16,0 2 25-16,0 1 28 0,2-3 36 0,0 2 16 15,-1-1 8-15,-3 2 13 0,3-2 7 16,0 0 3-16,0 0-3 0,0 0 17 0,2-2 10 16,1 2 7-16,0 1 25 0,2-1 21 0,6-1-3 15,0 1-4-15,1-1-18 0,2-1 1 16,-1 1-19-16,1 0-9 0,2 0-6 16,3-1-8-16,2-1-23 0,1 1 15 0,0-3 1 15,0 3 7-15,-1-2 3 0,3 0-4 16,-2 1-5-16,5-1-9 0,-4 1 5 0,3 1-2 15,-1 0-7-15,0-1 6 0,-2 1 3 16,-1 0-3-16,0 0-4 0,-6 2 0 0,0-1-2 16,-1 2-10-16,2-2 6 0,-5-1-1 15,1 2 2-15,-4-1-6 0,-3 2-17 0,-4 1-30 16,0-3-51-16,-4 1-51 0,-1 1-50 0,-3 0-297 16,-1-2 156-16,-14 6 197 0</inkml:trace>
  <inkml:trace contextRef="#ctx0" brushRef="#br0" timeOffset="-68506.46">23250 12425 500 0,'0'0'203'16,"4"14"-23"-16,-2-5-11 0,1 2-9 0,-1 1-15 15,1 0-14-15,-2 4-4 0,4 0-2 0,-1 3-12 16,-1 3-12-16,2 0-12 0,0 4-4 16,0 3-3-16,0 2 1 0,3 1-8 0,-2 0-16 15,-1 2 1-15,0 1-5 0,4 4-11 0,0 2-6 16,-1 0-1-16,-1 0-2 16,2 2-3-16,0-2-1 0,-1 1-12 0,-2 0 2 15,3-1-11-15,0 1 3 0,0-1 4 16,-2-1-13-16,4 0 18 0,-1-2-14 0,-3 1 12 15,5-3-3-15,-4-4 1 0,1 0-2 0,-2-1-3 16,1-4-1-16,-1 4-2 0,0-4-1 16,-2 2 10-16,3 0 13 0,-2-1 11 0,2 1-9 15,-3-4-5-15,0 1 1 0,4 2-4 16,-3 1-4-16,1-2-10 0,1-1-6 0,0 1 0 16,0 0-1-16,-1-3 2 0,0 2-5 0,3 1 0 15,-1-2 5-15,0-3-1 0,1 5-12 16,-2-5-2-16,2 3 3 0,0-2 0 15,-1-1 0-15,0-1 2 0,0 0 0 0,1-1-3 0,-1 1-3 16,-1 0-7-16,2 0 1 16,-3-2-4-16,0 2 7 0,0 0-6 0,0-2 8 15,1 1 0-15,0 2-2 0,-2-1-3 16,3 0-4-16,-1 1-1 0,-1-2-9 0,0 0-6 16,-1 2-17-16,0-2-2 0,-1 1 7 0,1-1 3 15,-1 1 10-15,-1 1-6 0,-1 1 24 16,1-1 13-16,-1 0-5 0,-1-2-3 0,-2 1-19 15,3 2 15-15,-1 1 2 0,0 1 25 16,0-2 13-16,-1 2-7 0,2-3 0 0,0 1-9 16,-1 2-3-16,-1-1-4 0,3 1 10 0,1 0-3 15,-1-1 0-15,0 1-12 16,0 1-2-16,2 3 7 0,-2-4-5 0,0 2 11 16,1 0-6-16,0 1-12 0,0 0 7 0,0-1 4 15,-3-2-2-15,1 0-11 0,1 0 7 16,1 0-3-16,-1 1-6 0,-3 1 1 0,3-2 0 15,0 0-8-15,-1-2-7 0,-1 3 10 0,3-3-12 16,-3 2 4-16,1-1 15 0,2-1-10 16,-1-1-3-16,-1-1-24 0,-2 0-19 15,2-3-43-15,-2 1-59 0,0-2-74 0,-1-3-337 16,0 1 175-16,0-3 135 0</inkml:trace>
  <inkml:trace contextRef="#ctx0" brushRef="#br0" timeOffset="-67424.79">23983 15589 614 0,'1'10'278'15,"2"3"-31"-15,-3-2-38 0,1 0-37 0,1 3-37 16,-1-1-2-16,0 0-17 0,-1 3-16 0,2 0 6 15,-1 2-18-15,0-1 10 0,-1 3-9 16,3 3 6-16,-1-1-10 0,2 1-14 0,2 2-22 16,-2-2-10-16,1 2-2 15,0 0 4-15,2 2 10 0,0 0 10 0,1 2-4 0,-2-2-3 16,2 2-3-16,0-2-2 0,-1 3-7 0,1-2-1 16,-2 1-9-16,2-3-8 15,2 4-2-15,-2-1-3 0,0-1-8 0,-1 0-3 16,2 0-1-16,-2 0 2 0,0 0-7 0,3-2 5 15,-2 2-6-15,-2 0 0 0,3-2 4 16,0 2-5-16,-2-2 3 0,-1-2 0 0,-1 0-5 16,2-2 6-16,0 3-4 0,-2-3 6 15,-1 0 2-15,1 2 3 0,0-2 1 0,-1-1-2 16,0-2 1-16,-2 0-8 0,1 0 7 0,-2-1-5 16,1 2 2-16,-2-3-5 0,2 0-2 15,-2-1 6-15,0 2 1 0,0-3 0 0,0 2 0 16,0-4 8-16,0 3 18 0,0-2-11 15,-1-1-1-15,1 0-7 0,0 1 4 0,-1 0 10 16,1 0-11-16,-2-2-10 0,2 1 7 16,-1 0-9-16,0 1 3 0,-2 0 2 0,3-1 5 15,-1 0-8-15,-3 3 5 0,3-2-6 16,0 2-8-16,-1-2 4 0,-1 4 0 0,1-1 0 16,1-2 5-16,-3 4-9 0,3 0 10 0,-3 2 4 15,1-2-3-15,1 1-1 0,-2 0 1 16,0 2-8-16,1-1 8 0,-1 1-8 0,1 0-2 15,-1-2 3-15,3-1-1 0,-2 0 7 0,1 0-2 16,-1-1-13-16,-1 1 6 0,2 0 2 16,-1 0 0-16,1 1 3 0,1 1 3 0,-1-2-6 15,-2 1 9-15,3 1-2 0,1-2-6 16,-2 2 5-16,2-2 1 0,0 0-7 16,-2-1 7-16,2 1-16 0,0-3 5 0,0 1-14 15,-1 0-4-15,1-4-21 0,0 1 1 0,-1 0 0 16,1-1 8-16,-2 0 5 0,4 0 10 15,-2-1-2-15,0 0 3 0,0 0 3 0,1-1-4 16,-2 2 2-16,2-2 8 0,-1 0-15 0,0-11-13 16,1 21 8-16,-1-10 4 0,0-1 5 15,0-10 2-15,0 21-4 0,0-21 6 0,-1 19 3 16,1-19 0-16,-1 19 4 0,1-19 6 16,1 19-5-16,-1-19 1 0,-1 18 3 0,1-18-6 15,1 14 2-15,-1-14-25 0,0 15-19 16,0-15-28-16,0 12-20 0,0-12-10 0,0 0-23 15,0 13-26-15,0-13-39 0,0 0-55 0,0 0-96 16,0 0-216-16,0 0 168 0,0 0 148 16</inkml:trace>
  <inkml:trace contextRef="#ctx0" brushRef="#br0" timeOffset="-67280.38">24216 18148 1087 0,'0'0'341'0,"0"0"-168"16,8-10-181-16,-8 10-492 0,7-9 156 15,-7 9 196-15</inkml:trace>
  <inkml:trace contextRef="#ctx0" brushRef="#br0" timeOffset="-55736.48">24621 3013 479 0,'0'0'229'16,"-10"-5"-38"-16,10 5-19 0,0 0-21 0,-10-6-6 15,10 6-25-15,0 0-8 0,0 0-9 0,-8-8-29 16,8 8-10-16,0 0 5 0,0 0 13 15,-4-11-17-15,4 11-15 0,0 0-13 16,0 0-22-16,4-12 21 0,-4 12 2 0,0 0-5 16,6-11-2-16,-6 11-6 0,0 0 9 15,9-8-1-15,-9 8 9 0,0 0-1 0,9-7-9 16,-9 7-3-16,0 0-16 0,0 0 6 16,16-3 1-16,-16 3-1 0,0 0 3 0,11 3-3 15,-11-3 6-15,11 8-4 0,-11-8 11 0,12 16-9 16,-6-7-5-16,2 4 0 0,0 0 3 15,-1 6-4-15,2 0 3 0,-1 2 1 0,-1 1-1 16,1 5 5-16,1 1-5 0,-2 3 9 0,0 1-4 16,0 9-4-16,0 0 15 0,0 1 0 15,0 1-4-15,-2 1-3 0,-1 2-5 16,1 1-6-16,-1 1-4 0,0 1-4 0,-1-1-1 16,1 1 0-16,0-2-4 0,-1-3 2 15,-1 2 0-15,2 0-2 0,-2-3 14 0,0 1-1 16,-1-6 1-16,1 1-6 0,0-2 0 15,0 1-8-15,0-1 1 0,-1-1 2 0,3 2-6 16,-4-1 5-16,1-1-1 0,1 1-5 0,0-1 6 16,-2 0-5-16,0 0 1 0,0-2 2 15,2 2-1-15,-4-2-2 0,2-1-1 0,0 2 0 16,-1-2-3-16,0 0 6 0,-1 0-1 16,2 1-3-16,0 0 0 0,0-6 1 15,0 1-2-15,0 1 2 0,0-2 1 0,2 5 3 16,0 0-1-16,1-1 5 0,-2 2 2 15,0-2 5-15,2 2-4 0,0-2-1 0,-1 3 8 16,2-2 2-16,-1 1-1 0,-1-1-4 0,2 0 0 16,-2 1-5-16,2 1 2 0,0-1 0 15,-3 1-3-15,3 1-1 0,0 0-2 0,-3 0 1 16,2 0 0-16,-1 8-4 0,1-7 5 0,-2 1-2 16,2 6 0-16,-2 0-6 0,1 1-2 15,2-2 0-15,-2 1-5 0,0-1 13 0,-2 2-5 16,1 1-2-16,1 2 5 0,-4 1 33 15,1 0-4-15,-3 1-20 0,2-1-2 16,-2 0 8-16,-4 1-13 0,3 0-4 0,0-3 7 16,-1 1-2-16,-1-3-10 0,0 1-8 15,2-1-15-15,0-4-16 0,1-5-11 0,2-1-37 16,2-2-36-16,0-3-41 0,2-4-75 0,-2-2-144 16,2-4-459-16,0-2 273 0,-2-6-87 15</inkml:trace>
  <inkml:trace contextRef="#ctx0" brushRef="#br0" timeOffset="-54871.62">24404 3557 579 0,'14'6'356'15,"-14"-6"-41"-15,5 11-53 0,-1-3-14 0,0 1-37 16,-3 1-16-16,2 2-27 0,-2-1-26 16,2 5-20-16,-1 0-16 0,-1-1-13 15,-1 3-7-15,2-3-13 0,-1 2-11 0,-1 0-3 16,1-1-9-16,-1-1-4 0,0-2-5 15,0 0-11-15,0-1-1 0,-1 0-3 0,1-1-7 16,-1-2-4-16,1-9-7 0,-2 18 2 16,2-18-4-16,-2 14-9 0,2-14-20 0,-5 11-32 15,5-11-54-15,-6 8-63 0,6-8-85 0,0 0-130 16,0 0-361-16,0 0 246 0,-20-6 2 16</inkml:trace>
  <inkml:trace contextRef="#ctx0" brushRef="#br0" timeOffset="-54564.39">24145 3645 863 0,'0'0'296'16,"0"0"-55"-16,3-13-25 0,-3 13-33 0,8-8-1 15,-8 8-15-15,12-11-20 0,-12 11-14 0,17-14-14 16,-6 7 6-16,2 0-18 0,-1-1-5 16,4 0-8-16,3 0-6 0,-1-1-3 15,1 2-10-15,1 0-12 0,1 1-5 0,1-3-11 16,-1 3-7-16,2 2-11 0,0-5-3 16,2 3-10-16,-3 2 3 0,0-2-9 0,1 2-7 15,-1-2-22-15,-5 3-20 0,0-1-33 0,-1 1-33 16,-2-1-52-16,-14 4-39 0,22-4-62 15,-22 4-79-15,12-4-411 0,-12 4 246 16,0 0 2-16</inkml:trace>
  <inkml:trace contextRef="#ctx0" brushRef="#br0" timeOffset="-53856.61">24330 4535 739 0,'-2'10'532'0,"2"-10"-124"15,0 0-77-15,0 0-55 0,0 0-49 0,0 0-38 16,0 0-35-16,0 0-32 0,0 0-25 16,0 0-23-16,14 3-35 0,-14-3-44 0,0 0-55 15,18-4-63-15,-18 4-68 0,19-2-88 16,-19 2-103-16,20-4-298 0,-20 4 217 0,23-2 59 16</inkml:trace>
  <inkml:trace contextRef="#ctx0" brushRef="#br0" timeOffset="-53737.83">24522 4579 1213 0,'0'0'429'16,"10"7"-84"-16,-10-7-65 0,0 0-60 0,7 6-43 15,-7-6-38-15,0 0-27 0,15 2-45 16,-15-2-75-16,0 0-96 0,26-2-138 0,-26 2-210 16,23-3-237-16,-23 3 221 0,24-3 50 0</inkml:trace>
  <inkml:trace contextRef="#ctx0" brushRef="#br0" timeOffset="-53206.82">24446 5436 745 0,'0'0'429'16,"0"0"-131"-16,5-8-86 0,-5 8-76 0,9-7-74 15,-9 7-80-15,17-10-106 0,-7 6-175 16,4 0-155-16,0-1 145 0,3-1 232 0</inkml:trace>
  <inkml:trace contextRef="#ctx0" brushRef="#br0" timeOffset="-52872.3">24409 6086 1036 0,'-9'12'555'0,"9"-12"-125"0,-3 9-122 15,3-9-125-15,0 0-117 0,0 0-115 16,16 2-152-16,-6-5-204 0,3-5-199 0,6 0 186 16,3-1 118-16</inkml:trace>
  <inkml:trace contextRef="#ctx0" brushRef="#br0" timeOffset="-34700.53">331 11494 797 0,'0'0'303'0,"0"0"-29"16,0 0-25-16,0 0-34 0,0 0-19 0,0 0-26 0,0 0-30 16,0 0-17-16,0 0-12 0,0 0-12 0,0 0-12 15,0 0-13-15,0 0-13 0,0 0-9 16,0 0-6-16,0 0-9 0,0 0-2 0,0 0-5 16,0 0 4-16,0 0 2 0,0 0-1 0,0 0-5 15,0 0-1-15,0 0-3 0,0 0-9 16,0 0 0-16,0-11-3 0,0 11-4 0,0-14-3 15,0 14-9-15,0-22 1 0,0 9-4 0,0-3-3 16,1-4-2-16,2-2-4 16,-3-3 5-16,3-1-2 0,-2-3 3 0,0-2-1 15,3-3-4-15,-1 0 1 0,-1 5-1 16,1 1 1-16,0 2-4 0,1 2-2 0,-1 2 2 16,-2 4 3-16,2 0 2 0,-1 4 4 0,1 1-5 15,-2 1 5-15,-1 2-6 0,0 10 6 16,3-15-3-16,-3 15 4 0,0 0-2 0,5-10 4 15,-5 10 0-15,0 0 2 0,6 13 1 0,-4-6-3 16,1 4 1-16,1 0 1 0,1 5-1 16,-1 0 2-16,1 0 1 0,-1 1-2 0,2 3 4 15,-1 1-4-15,0-5 2 0,1 2-2 0,-1-1 5 16,0-2-2-16,1 0-1 0,-2-2 0 16,0-1 2-16,-2-2-1 0,2 0 1 15,0-1-6-15,-4-9-1 0,9 12 4 0,-9-12-1 16,6 7-4-16,-6-7-9 0,0 0-7 15,18-7 3-15,-9 1-4 0,0-4-6 0,0-3-5 16,2-3-5-16,1 0 4 0,-2-4-4 16,3 3 20-16,-3-2 2 0,-1 0 4 0,1 0 1 15,-2 6-2-15,-1 0 20 0,0 1 4 0,-1 3 4 16,-1-1 1-16,-1 3-6 0,-4 7 0 16,8-13-4-16,-8 13 5 0,8-7-3 0,-8 7-4 15,0 0 4-15,0 0 0 0,13 4 0 0,-13-4-6 16,8 14 3-16,-4-5 2 15,0 1-1-15,0 3 12 0,1 1 7 0,-3 3 1 16,2 0-3-16,-1 0-2 0,-2 5 1 16,0 2-3-16,2 0-7 0,-3 1 6 0,-2 1 0 15,1 0-8-15,0 1-3 0,1-2-1 0,-3 0 1 16,2-2-5-16,0 2 1 0,-1-1 1 16,1 0-3-16,1-5-2 0,-1 0-7 0,1-1-9 15,1-1-28-15,0 1-55 0,2-2-66 0,0-1-62 16,-2-5-86-16,-1-10-375 0,5 15 222 15,-5-15 49-15</inkml:trace>
  <inkml:trace contextRef="#ctx0" brushRef="#br0" timeOffset="-34240.69">928 11433 467 0,'0'0'350'0,"0"0"-49"0,1-12-41 0,-1 12-53 16,0 0-15-16,2-9-35 0,-2 9-7 0,0 0-11 16,-4-11-19-16,4 11-13 0,0 0-17 15,0 0-15-15,-4-8-20 0,4 8-5 0,0 0-5 16,0 0-11-16,0 0-3 0,0 0-8 16,0 0-4-16,0 0 0 0,0 0 3 15,-15 4-2-15,15-4-7 0,-8 14 0 0,8-14-3 16,-5 15 2-16,1-5-1 0,2-1-7 15,-1 1 2-15,2-1 1 0,1-9-5 0,-3 17 6 16,3-17 0-16,0 16-3 0,0-16 4 0,3 15 2 16,-3-15 0-16,4 12-4 0,-4-12 4 15,6 10 1-15,-6-10 0 0,0 0-4 0,13 6 1 16,-13-6-1-16,0 0 0 0,19-3 0 0,-19 3-1 16,14-9-3-16,-8 2-1 0,2-2 1 15,-3-4-3-15,3-2-10 0,-2 0 3 0,-1-1 0 16,-1-1-2-16,-1 0 3 15,-2-1 2-15,0 1 2 0,-1 3-1 0,-1-2 1 16,-3 2-3-16,0 0 1 0,2 3 0 0,-6 2-1 16,3 0-2-16,0 2-6 0,5 7-15 15,-14-8-22-15,14 8-32 0,0 0-39 0,-22 0-29 16,22 0-45-16,-12 9-48 0,12-9-109 0,-11 6-237 16,11-6 178-16,-6 10 130 0</inkml:trace>
  <inkml:trace contextRef="#ctx0" brushRef="#br0" timeOffset="-33945.47">1193 11232 1196 0,'0'0'430'16,"12"-6"-77"-16,-12 6-53 0,0 0-66 15,0 0-46-15,9-5-33 0,-9 5-30 0,0 0-19 16,0 0-18-16,0 0-16 0,0 0-7 0,0 0-9 15,9 11-4-15,-9-11-6 0,0 17-4 16,0-4-1-16,-2-1-8 0,1 3 22 0,1 2-10 16,0 3-1-16,0 0-10 0,-1 4-6 15,1 0-8-15,0 1-2 0,0-1-5 0,0 1 5 16,0-3-8-16,0-2-5 0,1 0-2 0,-1-3 0 16,0 2-3-16,3-2-3 15,-3-4-15-15,1 0-34 0,0-1-50 0,1-1-51 16,-2-11-79-16,1 16-86 0,-1-16-135 0,0 0-353 15,0 0 263-15,0 0-54 0</inkml:trace>
  <inkml:trace contextRef="#ctx0" brushRef="#br0" timeOffset="-33439.55">1140 11253 808 0,'0'0'324'0,"0"0"-61"16,-10-4-57-16,10 4-41 0,0 0-32 15,0 0-27-15,0 0-24 0,10-8-10 0,-10 8-22 16,14-4-18-16,-14 4-5 0,23-4 5 0,-5 2-3 15,-3-1-15-15,3 1-6 16,2 0-2-16,-1 0 10 0,2-1-4 0,-2 2-1 16,0-3-1-16,-1 1-13 0,0-1 12 0,0 2-2 0,-3 0-2 15,-15 2 0-15,24-6-13 16,-24 6 28-16,22-4 12 0,-22 4 1 0,14-6 3 16,-14 6-13-16,13-4 7 0,-13 4 6 0,0 0 5 15,10-5-1-15,-10 5 1 0,0 0-2 16,0 0 0-16,0 0-7 0,0 0-4 0,0 0-5 15,0 0-4-15,0 0-6 0,0 0 0 16,0 0-1-16,-8 11 2 0,8-11 5 0,-5 14 3 16,-1-3 1-16,2-1-3 0,0 3-1 0,-1 3-2 15,1 0 7-15,2 2-4 0,-1-1-5 16,-1 1-3-16,2 1 0 0,1 0-5 16,-1 0-1-16,4-1-1 0,-2-1-5 0,3 0 3 15,-2-1-3-15,3-1-11 0,3-1-31 16,-2-1-38-16,3-3-52 0,2-1-63 0,-1-2-94 15,-9-7-491-15,20 3 254 0,-20-3-27 0</inkml:trace>
  <inkml:trace contextRef="#ctx0" brushRef="#br0" timeOffset="-32865.26">1696 11287 670 0,'0'0'347'0,"-4"-8"-45"0,4 8-39 16,0 0-28-16,-1-11-26 0,1 11-26 0,0 0-22 16,-3-11-20-16,3 11-19 0,0 0-16 0,0 0-21 15,0-10-13-15,0 10-15 0,0 0-12 16,0 0-12-16,0 0-5 0,0 0-4 0,0 0 0 15,0 0 0-15,0 0-3 0,4 8 4 0,-4-8-6 16,4 17 1-16,-4-7-5 0,3 4-2 16,-2 2 6-16,0-2-3 0,2 4-2 0,-2-2-4 15,-1 0-3-15,0 2 1 0,0 0-2 16,0-2-1-16,-1 0 0 0,0-2-2 16,-1-1-1-16,1-3-3 0,-2 2 4 0,2-4-1 15,1-8 0-15,-4 14 1 0,4-14-6 16,0 0 2-16,-5 9-7 0,5-9 2 0,0 0 1 15,-4-10 3-15,4 10-3 0,-1-18-3 0,2 5-3 16,0 1-2-16,2-6-13 0,0 1 0 16,-1 0 2-16,5-2 3 0,-2 1 7 0,1 4-6 15,0-3 6-15,1 5 2 0,1-1 1 16,-2 1 5-16,4 1 2 0,-5 2-5 0,2 2 3 16,-1 2 3-16,-6 5 2 0,14-8 0 15,-14 8 2-15,0 0-2 0,17 4 4 0,-17-4-1 16,11 11 2-16,-6-3 1 0,0 2 3 15,2 2 5-15,-5 3-5 0,2 1 2 0,0-1-1 16,-2 2-3-16,1-1 1 0,-2 1-5 16,0 1 2-16,1-1-1 0,-2 1-1 0,1-2-2 15,-1 1 1-15,3 0-11 0,-2-3-35 0,-1-3-49 16,1 2-54-16,2-3-64 0,-3-10-98 16,2 10-438-16,-2-10 243 0,0 0 3 0</inkml:trace>
  <inkml:trace contextRef="#ctx0" brushRef="#br0" timeOffset="-32614">2056 11376 838 0,'0'0'509'0,"5"-12"-104"16,-5 12-67-16,0 0-61 0,4-10-64 0,-4 10-27 15,0 0-26-15,0 0-29 0,1-8-16 0,-1 8-24 16,0 0-18-16,0 0-13 0,0 0-13 0,0 0-17 15,0 0 4-15,0 0-13 0,0 16 7 16,0-16-13-16,0 16-1 0,0-16-3 0,-1 22-2 16,1-10-5-16,0 1-4 0,-2 1-2 15,1-3-9-15,1 3-36 0,0-3-22 16,0 1-44-16,0-2-56 0,0 1-65 0,0-11-98 16,0 13-499-16,0-13 269 0,0 0-76 0</inkml:trace>
  <inkml:trace contextRef="#ctx0" brushRef="#br0" timeOffset="-32219.75">2014 11107 600 0,'-4'-11'388'0,"4"11"-67"15,-4-9-54-15,4 9-36 0,-5-9-34 16,5 9-50-16,0 0-20 0,-5-8-40 0,5 8-9 16,0 0-21-16,0 0-4 0,-5 9-16 0,5-9 0 15,-2 15-3-15,4-6-18 0,-1 2 5 0,-1 0-4 16,2 1 11-16,1-1 8 0,1 2 1 16,0-2 1-16,0 0 6 0,1-1-1 0,1-2 5 15,-2 0 10-15,2 1 10 0,-6-9 25 0,12 7-1 16,-12-7-9-16,0 0-13 15,20 0-14-15,-20 0-8 0,16-13-12 0,-6 4-3 16,-3-5-5-16,1-3-7 0,2 0 0 0,-2-5-8 16,-3-1-5-16,0 0-7 0,-1 1 1 15,-3 0 1-15,2 3-5 0,-4 2-6 0,-1 1-20 16,0 1-20-16,-2 5-44 0,4 10-38 0,-9-13-46 16,9 13-32-16,-15-3-26 0,15 3-36 15,-17 6-61-15,17-6-364 0,-18 15 223 0,9-6 44 16</inkml:trace>
  <inkml:trace contextRef="#ctx0" brushRef="#br0" timeOffset="-31687.1">2228 11289 969 0,'0'0'398'0,"3"10"-86"0,-3-10-56 15,0 0-54-15,0 0-40 0,3 10-34 16,-3-10-26-16,0 0-25 0,8 9-13 16,-8-9-15-16,6 8 6 0,0 0-17 0,-1-1 0 15,2 5-8-15,1 0-9 0,0 1 5 16,-2 1-10-16,4 2-1 0,-2 2-11 0,-3 1 3 15,1 0-2-15,-2-2 1 0,1-1-16 16,-2 1 15-16,-3-3 4 0,1-1 5 0,-1 0 4 16,0-2 12-16,0-11 3 0,-4 17 9 0,4-17 6 15,-5 13 7-15,5-13-11 0,0 0 1 16,-6 9-14-16,6-9-2 0,0 0-13 0,-5-9 2 16,5 9-5-16,-3-16-1 0,3 5-1 0,0-1-5 15,3-4-6-15,-1-2 2 0,3 1 1 16,-1 1-7-16,4-4 0 0,-2 2 2 0,2 0 1 15,1 0-3-15,-2 4 5 0,1 0 2 16,1 2-2-16,0 1-5 0,1 1-1 16,-2 3 2-16,1 3-1 0,-9 4 1 0,15-6-7 15,-15 6 7-15,15 6 0 0,-15-6 2 16,17 14 9-16,-11-4-12 0,2 2 0 0,-3 2-5 16,4 1 4-16,-4-1-8 0,3 6-3 0,-2-3-13 15,3 2-18-15,-4 0-23 0,3-1-36 16,-2-1-35-16,3-3-60 0,0-1-77 0,0-3-121 15,0-1-262-15,2 0 208 0,0-6 74 0</inkml:trace>
  <inkml:trace contextRef="#ctx0" brushRef="#br0" timeOffset="-31067.65">2889 11401 1002 0,'0'0'395'0,"-2"-9"-95"15,2 9-52-15,0 0-43 0,-1-13-52 0,1 13-29 16,-1-9-25-16,1 9-16 0,-4-10-18 16,4 10-9-16,-6-9-7 0,6 9-12 0,-8-8-6 15,8 8-9-15,-12-6-1 0,12 6 3 16,-13-5-6-16,13 5 5 0,-16 2-8 16,16-2-3-16,-20 6-4 0,8 0-6 0,1 2 9 15,2 3-4-15,-4 2-4 0,2 2 2 16,-2 0-5-16,4 2 2 0,-2 1 1 0,2 0-1 15,0-1-4-15,1 2 10 0,3-4-6 0,0-1-4 16,1 1 9-16,3-3-4 0,-1 0 5 16,2-12-2-16,3 18 1 0,-3-18-1 0,8 8 1 15,-8-8-6-15,0 0 1 0,23-1-13 0,-23 1-9 16,20-12 2-16,-9 2 7 0,0-1 1 16,0-5 6-16,2-3 5 0,1-2 8 0,-5 0 5 15,0-3 13-15,0 2 15 0,0 2 11 16,-3 0 13-16,2 2-4 0,-6 4 1 15,2 0-13-15,0 3 0 0,1 2-3 0,-5 9-23 0,4-13 1 16,-4 13-7-16,0 0-2 16,0 0-6-16,0 0 2 0,4 14 9 0,-3 0 19 15,-1 3 31-15,4 5 17 0,-3 7 20 0,2 4 13 16,-2 3 8-16,3 6-8 0,-3 4-14 16,4-2-18-16,-1 0-22 0,-3 1-4 0,-1 1-10 15,-1-1-7-15,0-8-18 0,-2 2 8 0,-2-4-11 16,0-1-12-16,-4-1 1 0,0-3-4 15,-4-2 5-15,-1-3-14 0,-2-3 8 0,-1-3-2 16,-6-3-11-16,-1-4-15 0,0-5-9 16,-2-3-19-16,-2-4 11 0,0-2 7 15,-4-7 1-15,3-1-11 0,2-6-16 0,-1-5-12 16,10 1-30-16,3-2-16 0,7 0-7 16,2 0 4-16,6 1 0 0,3-2 2 0,5 1-6 15,5-1-13-15,6 1-16 0,4-3-18 0,-1 6-39 16,7 0-43-16,3 1-61 0,4-1-104 15,1 5-249-15,1-1 209 0,-1 2 73 0</inkml:trace>
  <inkml:trace contextRef="#ctx0" brushRef="#br0" timeOffset="-30292.87">3158 11381 876 0,'0'0'336'16,"0"0"-59"-16,0 0-30 0,0 0-35 16,-23 0-31-16,23 0-22 0,0 0-9 15,0 0-3-15,-22 1-3 0,22-1-10 0,0 0-15 16,0 0-15-16,-16 0-12 0,16 0-25 15,0 0-10-15,0 0-6 0,0 0 5 0,0 0 4 16,16-4 4-16,-16 4-9 0,32-6-7 0,-9 2-12 16,4 0-10-16,6-3 0 0,3 1-3 15,6-1-14-15,1 0 0 0,2-1 2 0,-2 1-12 16,-3 3-7-16,-4-2-26 0,-2 1-9 16,-1 1-15-16,-5 2-3 0,-2-2-4 0,-6 1-2 15,-3 2 10-15,-17 1 5 0,25 0-12 0,-25 0-16 16,14-3-23-16,-14 3-26 0,0 0-23 15,0 0-52-15,0 0-14 0,0 0-30 16,0 0-12-16,0 0-58 0,0 0-170 0,-22-1 153 16,22 1 205-16</inkml:trace>
  <inkml:trace contextRef="#ctx0" brushRef="#br0" timeOffset="-29995.94">3594 11211 616 0,'-4'-11'462'0,"4"11"-79"0,-6-11-53 16,6 11-40-16,-4-11-35 0,4 11-44 15,-5-8-22-15,5 8-11 0,-4-8-25 0,4 8-9 16,0 0-25-16,-5-9-25 0,5 9-24 0,0 0-8 16,0 0-14-16,0 0-9 15,0 0-5-15,0 0-3 0,0 0-3 0,0 0 6 0,0 0 0 16,9 11 5-16,-1-5-3 0,3 2 6 16,-2 1-11-16,4-2 0 0,1 2-1 15,0-1 7-15,0 2-11 0,-1-3-2 0,1 4-2 16,-3-3-2-16,2 1 8 0,-3 3 15 15,-1-2-19-15,-2 1 12 0,-1 1-15 0,-2 2 0 16,-3-1-1-16,-1 0 1 0,-5 3-4 0,1 0-21 16,-2 3-21-16,-2-2-39 0,-2 2-40 15,-3-1-55-15,3 0-29 0,-3 1-47 0,3-5-63 16,1 1-115-16,-1-5-492 0,2 1 283 0,2-3-133 16</inkml:trace>
  <inkml:trace contextRef="#ctx0" brushRef="#br0" timeOffset="-28734.29">4537 10961 659 0,'0'0'412'0,"-4"-11"-72"16,4 11-49-16,0 0-37 0,-4-11-31 0,4 11-38 15,-5-9-36-15,5 9-23 16,-8-6-12-16,8 6-15 0,-11-5-11 0,11 5-24 0,-18 0-6 16,18 0-16-16,-29 9-6 0,10-1-9 0,-2 2 1 15,-2 3-9-15,-1 2-1 16,1 2-2-16,-1-1-5 0,3 2-5 0,2 0 1 16,3 1 2-16,2 0-1 0,3-3-5 0,4 2 4 15,0-4-4-15,5 2 4 0,2-2 1 16,1 2 0-16,7-2 5 0,1 3-3 0,1-1-4 15,5-1 11-15,3 1-10 0,5 0 3 16,1 2 9-16,3-4-14 0,1 0 5 0,-1 0-2 16,0 2-3-16,6 1-5 0,-5-4 5 0,-3 1-4 15,1 0-3-15,-3 2 0 0,-6-2-1 16,-1-2 5-16,-3 2-3 0,-2 1-7 0,-4 0 7 16,-5-1-3-16,-2 1 2 0,-5-1-2 0,-2 0 10 15,-5 2 0-15,-2-2-4 16,-4 0-2-16,-6 0 0 0,-3-3 13 0,-1 0 15 15,-2-4 27-15,5-1 23 0,-2-3 10 16,6-3 6-16,-1 0 3 0,3-3 1 0,0-1-19 16,5-3-20-16,1-2-25 0,4-3 2 0,5-4-12 15,2-2-4-15,3-5-9 0,4-1 0 16,4-5-6-16,9-4-4 0,0-3 3 0,5 1-12 16,-2-1 13-16,6 4-2 0,-3 0-14 0,2 1 4 15,-2 1-4-15,-1 3 4 0,-5 4-14 16,-2 2 1-16,-4 3 6 0,1 1-9 0,-7 3 9 15,-1-1-6-15,-2 3 1 0,-2 0-3 16,-2 1 6-16,-4 2-4 0,-2-1-21 16,0 1-9-16,-6 0-13 0,0 3-18 0,-5 2-13 15,0 1-1-15,-2 0 1 0,0 3-1 16,2 1-11-16,-4 3-22 0,3 0-39 0,2 0-62 16,2 2-91-16,1 1-466 0,4 1 257 0,1-3-32 15</inkml:trace>
  <inkml:trace contextRef="#ctx0" brushRef="#br0" timeOffset="-28048.47">5181 11167 1071 0,'0'0'427'16,"-4"-10"-73"-16,4 10-57 0,0 0-56 16,0 0-63-16,0 0-32 0,0 0-32 0,-9-6-25 15,9 6-18-15,0 0-15 0,-5 8-8 16,5-8-11-16,-5 16-8 0,3-4-4 0,-2 4-5 16,0 6-9-16,0 2 4 0,-1 9-7 0,-4 6 5 15,-1 2-5-15,-2 0 1 16,3 1-5-16,-2-3-2 0,2-1 20 0,1-10 14 15,-2-2 22-15,4-2 0 0,-1-5 17 0,2-4 0 0,1-2 12 16,-1-2 2-16,2-2-5 16,3-9-24-16,0 0-21 0,0 0-29 0,0 0-9 15,-7-9-11-15,8-2-4 0,2-4-8 0,1-7-6 16,2-1-10-16,0-8-10 0,2-7 3 16,2-2-1-16,3-1 8 0,-4-2 3 0,5-4 9 15,-4 1 6-15,3-2-2 0,1 1 17 16,0 2-6-16,4 3 4 0,-4 4 4 0,4 1-1 15,-4 7 4-15,1 6-1 0,-1 2-7 0,-1 4 6 16,-3 4-3-16,-1 4 13 0,1 3-8 16,-10 7 8-16,13-5 1 0,-13 5 0 15,13 10 8-15,-8-2 2 0,-1 6 2 0,0 2-8 16,-2 2 2-16,1 5-1 0,-1 2-6 16,0 1 2-16,-2 2-3 0,0 0-7 0,0 1 11 15,1 0-7-15,-4 3 13 0,3-4-4 0,0 1-5 16,0-2-10-16,0-1-10 0,2-2-17 15,-1-2-56-15,-1-3-72 0,1-2-71 0,-2-4-127 16,1-1-547-16,-1-3 283 0,1-9-131 16</inkml:trace>
  <inkml:trace contextRef="#ctx0" brushRef="#br0" timeOffset="-27826.16">4958 11329 1020 0,'-18'-3'494'0,"18"3"-104"16,0 0-83-16,-10-5-68 0,10 5-56 0,5-9-37 15,-5 9-22-15,15-11-27 0,-3 7-29 0,4 0-21 16,1 0-29-16,2-1-24 0,4 2-22 16,1 0-40-16,3 0-14 0,1 0-29 0,1 3-44 15,3 0-40-15,0 0-54 0,0 0-100 0,5 2-243 16,0 0 181-16,-4 1 125 0</inkml:trace>
  <inkml:trace contextRef="#ctx0" brushRef="#br0" timeOffset="-27178.49">5613 11386 743 0,'-6'9'461'16,"6"-9"-116"-16,-5 8-60 0,5-8-62 15,0 0-43-15,-8 9-45 0,8-9-27 0,0 0-23 16,-6 9-12-16,6-9-16 16,0 0-11-16,-3 12-11 0,3-12-1 0,0 0 10 15,-1 11 0-15,1-11-7 0,0 0-5 0,0 0 3 0,-1 12 10 16,1-12 10-16,0 0 10 16,0 0 4-16,0 0 12 0,0 0 7 0,0 0-4 15,0 0-21-15,0 0-16 0,0 0-3 0,-4-12-15 16,4 12-6-16,0-21 8 0,-1 7-10 15,1-2-5-15,0-5 4 0,1-3-7 0,-1-1 1 16,1-1 2-16,2 0 5 0,1-2-4 16,1 3-3-16,-2 0 1 0,3 2-7 0,-4 0 1 15,5 1-3-15,-2 1-1 0,-1 4 0 0,2 2-4 16,-1 0-4-16,-2 2 3 0,0 3 2 16,-3 10-4-16,7-16 7 0,-7 16 8 15,0 0 23-15,0 0-2 0,19 6-2 0,-14 2-8 16,-1 3-8-16,1 3-7 0,-1 1 1 15,1 2-1-15,-3 0 4 0,2-1-4 0,0 2-11 16,1 3 5-16,-1-4 3 0,1-1-9 0,3-1 12 16,-3 0-13-16,0-2 10 0,1-1-9 15,1-2 12-15,0-3-4 0,-7-7-12 0,16 6 7 16,-16-6-13-16,20-1 0 0,-11-4 3 16,5-2 1-16,-1-5-7 0,0-1-4 0,2-2 6 15,-4-3 5-15,3-5 5 0,-1 1-3 16,-1-2 6-16,0 1-5 0,-3 3 6 15,-1 1 9-15,1 0 13 0,-4 5 4 0,0 1-2 0,0 1-5 16,-1 1-4-16,0 3-6 0,-4 8-1 16,9-13 9-16,-9 13-7 0,0 0 8 15,0 0 1-15,0 0-7 0,10 9-3 0,-10-9 2 16,5 18 9-16,-4-6 29 0,2 4-4 0,-2 0 6 16,4 3-14-16,-5 1-3 0,4 4 3 15,-1-2-19-15,0 1 1 0,1 1-3 0,1 0 4 16,2-1-17-16,-1 0-65 0,2 0-92 15,-2-2-128-15,-1-4-169 0,0-2-697 0,-2-4 353 16,1 0-320-16</inkml:trace>
  <inkml:trace contextRef="#ctx0" brushRef="#br0" timeOffset="-26082.37">497 12408 728 0,'0'0'300'15,"4"-12"-36"-15,-4 12-24 0,1-11-2 16,-1 11-11-16,3-10-17 0,-3 10-26 0,-3-13-13 16,3 13-17-16,-1-11-13 0,1 11-11 15,-4-11-6-15,4 11-20 0,0 0-20 0,-5-11-19 16,5 11-14-16,0 0-8 0,0 0-10 0,0 0-4 15,0 0-7-15,0 0-4 0,-4 18-3 16,4-6-1-16,1 4-1 0,1 3-5 0,-1 1 0 16,-1 5-2-16,1 1-4 0,-1 3 4 0,0 5-5 15,0 3 0-15,0 1-2 16,-1 0-5-16,1 5 1 0,-1-5-5 0,-2 1-7 16,2-1-23-16,-2-2-40 0,2 0-39 0,1-1-45 15,-1-2-29-15,1-4-50 0,0-2-70 16,-3-4-462-16,3-2 253 0,0-5-23 0</inkml:trace>
  <inkml:trace contextRef="#ctx0" brushRef="#br0" timeOffset="-25749.79">489 13046 840 0,'0'0'355'0,"-15"3"-70"0,15-3-49 0,0 0-42 16,0 0-36-16,0 0-15 0,-14 3-30 0,14-3-24 15,0 0-24-15,0 0-6 0,0 0-13 16,0 0-12-16,0 0 1 0,13 4-7 0,-13-4-10 15,18 3-2-15,-18-3-9 0,24 5 1 16,-9-3-4-16,3 0 5 0,1-1-12 16,3 2-12-16,-1-3-24 0,5 2-35 0,2-1-19 15,-2-1-31-15,2 2-38 0,-3-2-42 16,-1 1-46-16,-1-2-304 0,-2 1 165 0,-1 0 155 16</inkml:trace>
  <inkml:trace contextRef="#ctx0" brushRef="#br0" timeOffset="-25243.99">955 12883 512 0,'0'0'336'0,"-4"-14"-21"0,4 14-65 0,-4-10-16 16,4 10-30-16,-2-10-20 0,2 10-9 0,-3-9-24 15,3 9-24-15,0 0-22 0,-4-12-15 16,4 12-15-16,0 0-17 0,-2-7-11 0,2 7-9 16,0 0-10-16,0 0-6 0,0 0-1 15,0 0-3-15,0 0-5 0,-4 13-7 16,4-13 5-16,0 18-5 0,0-8-2 0,1 2-3 15,1 3 5-15,-1-1-4 0,1 3-2 0,2-1 2 16,-1 1 6-16,0-1-2 16,3 1-2-16,-2-1 0 0,2-2-2 0,-1 1 5 0,3 0-1 15,-2-3 0-15,2-2 3 0,1 0 3 16,-2-2 8-16,-7-8 11 0,16 10-1 0,-16-10 1 16,16 3 2-16,-16-3-4 0,18-6-9 0,-8 2 1 15,-1-5-8-15,0 0 1 0,0-3-4 16,-1 0-2-16,-2-1 0 0,0 0-9 0,0 0 1 15,-4 2 2-15,3 1-1 0,-1-1-2 16,-3 1 0-16,-1 10 0 0,3-15-3 16,-3 15 0-16,1-14-11 0,-1 14-17 0,0-10-14 15,0 10-30-15,0 0-46 0,0-11-35 0,0 11-44 16,0 0-76-16,0 0-153 0,0 0-203 16,0 0 199-16,0 0 94 0</inkml:trace>
  <inkml:trace contextRef="#ctx0" brushRef="#br0" timeOffset="-24749.21">1262 12893 736 0,'0'0'471'0,"0"0"-90"16,8-6-61-16,-8 6-55 0,0 0-55 0,0 0-50 15,0 0-33-15,10-5-24 0,-10 5-22 16,0 0-18-16,0 0-11 0,0 0-14 0,0 0-7 15,0 0-6-15,17 2-5 0,-17-2-3 0,4 7-6 16,-4-7 1-16,5 15-3 0,-4-6-3 16,-1-9-1-16,1 20 1 0,-1-9-1 0,0 1 3 15,-1 0 0-15,1 1-1 0,-2-1 1 0,-1 1-2 16,0-3-1-16,2 0-1 0,-1 1 0 16,-1-1 0-16,3-10-3 0,-4 16 4 15,4-16 0-15,-2 12-2 0,2-12 4 16,-3 9 1-16,3-9-1 0,0 0-3 0,0 0-1 15,0 0-4-15,0 0 4 0,0 0 1 0,0-12-1 16,0 12-1-16,3-16-4 0,-1 5 5 16,1 1 1-16,1-2-1 0,-2 1 2 0,2 0-1 15,1 1 1-15,0 0 3 0,-1 0 6 0,1 2-2 16,0 0 1-16,-1-1-3 0,-4 9-5 16,14-11 2-16,-14 11-3 0,10-4 4 0,-10 4-1 15,0 0-5-15,24 4 4 0,-16 3-4 16,1 0 4-16,1 3 0 0,-1 0-2 0,0 2 2 15,1 1-4-15,-2 2 0 0,0 2-1 0,-2 1-1 16,-1-3-2-16,3 1 0 16,-5 0-2-16,0-1-6 0,0-2-19 0,-2 0-24 15,0-1-23-15,-1-1-36 0,0-11-51 0,1 19-76 16,-1-19-97-16,0 14-421 0,0-14 248 16,0 0-7-16</inkml:trace>
  <inkml:trace contextRef="#ctx0" brushRef="#br0" timeOffset="-24314.92">1769 12973 1021 0,'7'-8'423'0,"-7"8"-96"15,0 0-62-15,9-9-55 0,-9 9-52 0,7-6-32 16,-7 6-25-16,0 0-21 0,7-9-18 15,-7 9-9-15,0 0-7 0,0 0-3 0,9-8-2 16,-9 8-1-16,0 0 2 0,0 0 2 16,0 0 1-16,8-6-2 0,-8 6-2 0,0 0-5 15,0 0-2-15,0 0-2 0,0 0-6 0,0 0-9 16,4-11-5-16,-4 11 3 0,0 0-5 16,-4-8-2-16,4 8 5 0,-5-7-6 15,5 7 4-15,-10-8-5 0,10 8 2 0,-11-6-2 16,11 6-3-16,-12-3-3 0,12 3 0 15,-18 0 4-15,18 0-3 0,-22 6-3 0,11 1 4 16,-1 0-7-16,-2 3 5 0,1 3 1 0,1 0 1 16,-1 1-3-16,4 2-1 0,-1 1 3 15,2 1-2-15,3-1 1 0,0 1 0 0,4 0 0 16,-2-2 0-16,3 0-4 0,1-1 5 16,2 1-4-16,2-3 1 0,0 0-4 0,3-2-13 15,1-3-24-15,1 3-24 0,1-5-37 0,3-2-53 16,-14-4-56-16,27 4-51 0,-10-5-77 15,1-3-367-15,-3 0 229 0,4-5 34 16</inkml:trace>
  <inkml:trace contextRef="#ctx0" brushRef="#br0" timeOffset="-23768.44">1960 12731 695 0,'-3'-17'272'0,"3"17"-60"0,-2-14-44 16,2 14-18-16,-1-15-13 0,1 15 14 0,-3-12-3 16,3 12-19-16,-1-11 11 0,1 11-9 15,0 0-12-15,-3-12-8 0,3 12-10 16,0 0-10-16,0 0-14 0,-2-13-13 16,2 13-12-16,0 0-13 0,0 0-7 0,0 0-8 15,0 0-3-15,0 0 1 0,0 0-4 0,0 0 0 16,-4 15 3-16,5-6 8 0,1 5 7 15,0 1 4-15,-2 3-5 0,4 1 0 0,-3 4 3 16,3 2-1-16,0 0-5 0,-3 3 7 0,3 2-7 16,0 1-7-16,-3 0-2 0,3-5-5 15,-3 1-5-15,2 2-2 0,-2-3 12 16,2-1-1-16,-3 0-1 0,1-6-8 0,0-1 0 16,0-1-9-16,2-5 8 0,-2 1-3 0,-1-4-2 15,1 3 0-15,-1-12 0 0,3 13-5 16,-3-13-10-16,0 0-13 0,0 0-5 15,0 0-1-15,0 0-6 0,14-12-3 0,-10 3-10 16,1-4-6-16,0-3-3 0,1 2-3 0,1-3 6 16,1 0 15-16,-2 2 5 0,4 2 8 15,-4 0 6-15,1 0 3 0,1 2 13 0,-1 1 10 16,-2 1 4-16,2 2-2 0,-7 7 1 0,11-13-7 16,-11 13 6-16,14-6 1 0,-14 6-1 15,0 0 0-15,19 0-2 0,-19 0-3 0,16 7-1 16,-10 0 0-16,3 1-1 0,-3 1-2 15,2 2-3-15,0 0-7 0,-3 0-3 0,1 1-13 16,-1 1-39-16,-1-2-22 0,0 2-18 16,1-1-45-16,-1 1-33 0,1-2-78 15,2-2-103-15,0 1-279 0,-1-2 200 0,2-2 88 16</inkml:trace>
  <inkml:trace contextRef="#ctx0" brushRef="#br0" timeOffset="-23320.82">2770 12885 742 0,'0'0'306'15,"-10"-6"-59"-15,10 6-35 0,0 0-33 0,-17-3-6 16,17 3-14-16,0 0-15 0,-14-4-10 16,14 4-23-16,0 0-8 0,0 0-20 15,0 0-21-15,-15-4-6 0,15 4-10 0,0 0-10 16,0 0-4-16,0 0 2 0,15-3-8 15,-15 3-8-15,22-1 1 0,-3-1 5 0,4 1-7 16,5 0-5-16,3 0-1 0,7-1 1 0,3 1-4 16,9-2-6-16,1 0-3 0,1 0-27 15,0 0-42-15,-2 0-21 0,0 2-11 0,-2-2-15 16,-7 2 3-16,0-1-6 0,-3 1-9 0,-1-2-8 16,-8 1-3-16,-1 2-3 0,-3-1 0 15,-5-1 17-15,-1 1 22 0,-2-1 7 0,-17 2 7 16,25-3-24-16,-25 3-79 15,18-3-104-15,-18 3 89 0,0 0 65 0</inkml:trace>
  <inkml:trace contextRef="#ctx0" brushRef="#br0" timeOffset="-22991.32">3611 12709 701 0,'0'0'340'0,"-5"-11"-49"0,5 11-28 16,0 0-18-16,-7-7-23 0,7 7-24 15,0 0-37-15,0 0-18 0,0 0-30 0,-5-8-17 16,5 8-24-16,0 0-4 0,0 0-12 16,0 0-7-16,0 0 5 0,0 0 9 15,6 11-5-15,-6-11 1 0,12 12-1 0,-7-4 2 16,4-2-8-16,0 5-1 0,0 1-6 15,2-2 0-15,1 2-11 0,-3 1-8 0,1 2-5 16,-1-2 4-16,-1 2-4 0,-2-1-5 0,0 0-2 16,-3 3-6-16,-2 0 4 0,-2 1-11 15,-2 0-3-15,-3 2-22 0,0 0-49 0,-2 0-64 16,-1 3-82-16,-1-4-130 0,-3 4-573 0,-2-1 288 16,1-5-146-16</inkml:trace>
  <inkml:trace contextRef="#ctx0" brushRef="#br0" timeOffset="-22004.33">4348 12764 881 0,'0'0'345'16,"0"0"-80"-16,0 0-56 0,0 0-16 0,-8-8-22 15,8 8-15-15,7-13-11 0,-3 3-23 16,2-3-9-16,4-3-12 0,0 1-8 0,3-4 1 15,-3 0-7-15,3-5-10 0,4 1-11 0,-3 1-2 16,1 0-12-16,-5 5-5 0,3 1-16 16,-4 3 1-16,-1 2-12 0,-1-1-4 0,1 4 3 15,-3 0-12-15,-5 8 0 0,9-9 2 16,-9 9 4-16,0 0-6 0,11 7 1 16,-6 3-1-16,-1 0 1 0,0 5-3 0,1-1-7 15,0 7 7-15,2 2-3 0,-2 1-2 16,1 4 8-16,-3 0-2 0,2 2 9 0,-1 2-9 15,-3-1 2-15,2 2-2 0,-1 0-2 0,-2 1 3 16,0-7-13-16,0 3 6 0,-1-1 2 16,1-1-13-16,-4-2-27 0,4 1-46 0,-1-3-49 15,-2-1-67-15,2-4-93 0,-2-4-149 0,2 0-299 16,0-5 242-16,-2 0 10 0</inkml:trace>
  <inkml:trace contextRef="#ctx0" brushRef="#br0" timeOffset="-21749.72">4430 13162 929 0,'-22'6'463'16,"22"-6"-77"-16,-14 7-45 0,14-7-62 0,-14 3-70 15,14-3-37-15,0 0-29 0,-13 5-28 16,13-5-23-16,0 0-21 0,0 0 3 15,0 0-4-15,0 0-5 0,0 0-11 0,0 0-12 0,27-3-8 16,-12 0-16-16,6-1 3 16,3-3-24-16,9 2-36 0,0-1-48 0,4 2-47 15,0-1-48-15,9-1-59 0,-6 3-78 0,-1 0-110 16,2 2-249-16,-3 0 216 0,-1-1 59 16</inkml:trace>
  <inkml:trace contextRef="#ctx0" brushRef="#br0" timeOffset="-20999.97">5098 12786 1012 0,'-6'-14'430'0,"6"14"-44"0,-5-13-43 16,5 13-60-16,-4-12-54 0,4 12-37 15,-3-11-38-15,3 11-25 0,-1-10-28 0,1 10-9 0,0 0-29 16,-3-10-11-16,3 10-5 16,0 0-4-16,0 0-12 0,0 0-2 0,0 0-8 15,4 15-4-15,-4-15 11 0,3 21-25 0,-2-9 9 16,-1 2 12-16,0 1 2 0,0 1 13 16,0 2-1-16,-1-1 21 0,1 0-8 0,-3 0 12 15,2-1-7-15,1 0 1 0,-3-1 4 16,2-3-19-16,0 1 6 0,-1-2-15 0,1-1-2 15,0 0-7-15,1-10-7 0,-1 15 4 0,1-15-7 16,-4 13-16-16,4-13 4 0,0 12 16 16,0-12-6-16,-3 12-9 0,3-12-5 0,-1 8 2 15,1-8 9-15,0 0-16 0,-1 15 14 16,1-15-2-16,-3 10-13 0,3-10 3 16,0 0 11-16,-2 12-10 0,2-12 5 0,0 0-13 15,-4 12 16-15,4-12-12 0,0 0 14 16,-4 10-2-16,4-10-10 0,0 0 1 0,-3 11 3 15,3-11-9-15,0 0-15 0,-1 10-11 0,1-10-9 16,0 0-27-16,0 0-12 0,-1 12-10 16,1-12-17-16,0 0-18 0,0 0-15 0,0 0-24 15,1 8-41-15,-1-8-42 0,0 0-78 0,0 0-108 16,0 0-279-16,0 0 233 16,0-9 28-16</inkml:trace>
  <inkml:trace contextRef="#ctx0" brushRef="#br0" timeOffset="-20628.14">4939 12712 496 0,'-3'-11'361'0,"1"-1"-50"0,0 1-51 15,1-2-44-15,2-1-16 0,2-2-34 16,-1-3-17-16,5 0-12 0,-1-1-23 15,2 1-3-15,1-2-15 0,2 2-22 0,1 1-9 16,-1 1-20-16,3 2-4 0,0 1-4 16,1 3-8-16,2 1-14 0,-2 4-6 0,1 1-7 15,-16 5 4-15,32 0-5 0,-16 4-5 0,2 4 6 16,1 2-4-16,0 4-3 0,1 0 5 16,0 5-2-16,-1 2 7 0,-4 0 1 0,2 1-9 15,-6 1 2-15,0-4 5 0,-3 0 0 16,-2-1-11-16,-4-1 8 0,1 0 5 0,-6-4-1 15,1 1 0-15,-2 0-7 0,-5-1 3 0,-1-2 3 16,-3 2-8-16,-5-1 3 0,1-4-3 16,-2 0 4-16,2-2-3 0,0-3-27 15,-1 1-46-15,0-2-52 0,18-2-95 0,-28 1-129 0,28-1-324 16,-25-1 216-16,25 1 60 16</inkml:trace>
  <inkml:trace contextRef="#ctx0" brushRef="#br0" timeOffset="-19865.17">5459 13043 1014 0,'0'13'401'16,"0"-13"-83"-16,0 0-62 0,-1 10-51 16,1-10-41-16,0 0-37 0,0 0-15 0,0 0-6 15,0 12 3-15,0-12-2 0,0 0 2 0,0 0-4 16,0 0-13-16,0 0-11 0,0 0-13 16,0 0-10-16,0 0-4 0,0 0 4 0,0 0-5 15,0 0-9-15,-8-7 5 0,8 7-4 16,-1-13-5-16,1 13-8 0,0-19-1 15,0 5-12-15,0 0-11 0,1-4 1 0,-1-3 13 16,3-3-8-16,-2-2 3 0,3-5-16 16,-3-1 9-16,3-2-7 0,1 0-9 0,-3 2-3 15,2 0 12-15,-1 6 3 0,-2-2-5 0,3 5 3 16,-3 4-3-16,2 0-2 0,-2 4-7 16,3 1-9-16,-4 0 10 0,4 3-9 0,-3 3 4 15,-1 8 3-15,5-13-2 0,-5 13 13 0,0 0-8 16,0 0 3-16,0 0-6 0,14 4 12 15,-14-4-4-15,8 17 1 0,-2-4-2 0,-2 0-7 16,0 2 7-16,0 2 10 0,-2 1-11 16,2-1 9-16,0 1-2 0,0 0-13 0,-2-1 8 15,3 1-3-15,-1-1-4 0,0-3 10 16,-1-3-7-16,-1 0 1 0,2-2 10 16,-4-9-3-16,9 13-3 0,-9-13 3 0,0 0-3 15,15 5 13-15,-15-5-11 0,12-11 1 0,-4 4-11 16,0-3-6-16,1-5 2 0,0-1-13 15,4-4 3-15,-4 0 7 0,3-5 4 0,0 1 1 16,-2 1 3-16,2 2-1 0,-3 2 2 0,-2 2 11 16,0 3-2-16,0 1 6 0,0 2 9 15,-2 2-7-15,0 0 5 0,-5 9 11 0,9-10 0 16,-9 10 0-16,0 0 1 16,0 0 9-16,20 4 9 0,-15 5-1 0,1 1 29 15,1 3-7-15,-2 4 11 0,3 4 6 0,-3 1 2 16,4 7-4-16,-4-1 2 0,0 5-12 15,-1-1-19-15,-1 3-3 0,-1 1-17 0,-2 1 0 16,-1 1-10-16,0-1-5 0,-2-1-1 0,0-2-2 16,1-1-7-16,-1-6-9 0,1-1 5 15,-1-4-28-15,-2-2-45 0,4-5-51 0,0 2-53 16,-1-4-52-16,1-1-91 0,-2-4-182 16,3-8-584-16,-3 8 325 0,3-8-268 0</inkml:trace>
  <inkml:trace contextRef="#ctx0" brushRef="#br0" timeOffset="-17287.99">580 14077 855 0,'0'0'337'0,"0"0"-87"0,0 0-43 0,0 0-22 15,0 0-45-15,0 0-15 0,0 0-28 0,0 0-4 16,0 0-10-16,0 0-6 0,0 0 3 15,0 0 0-15,0 0-2 0,0 0 3 0,0 0 3 16,0 0 4-16,0 0 6 0,0 0 5 16,0 0-3-16,0 0-12 0,-4 9-4 15,4-9-9-15,0 0-12 0,0 0-10 0,0 0-9 16,-7-11-14-16,7 11-7 0,-3-16-14 16,3 5-3-16,-1-3-10 0,2-2 2 0,-1-3-7 15,1-1-6-15,3-4-2 0,-3 2-4 0,3-2 6 16,0 1 0-16,1 3-1 0,-1 0 2 15,1 2-4-15,-1 4 3 0,1 2-4 0,-1-1 8 16,-2 4-1-16,3 1 2 0,-5 8 1 0,8-7 4 16,-8 7 1-16,0 0 2 0,15 12 3 15,-7 0-1-15,0 7 1 0,2 0 0 0,-3 6-3 16,4 4 7-16,-2-1 0 0,1 3 3 16,-3-1-1-16,1 1-3 0,0-1 5 0,2 0-15 15,-4-2 4-15,2-1 9 0,-3-6 3 16,3 0 5-16,-3-5 2 0,-1 0 8 15,1-2 1-15,-3-2 4 0,2-2 0 0,0-1 4 16,-4-9 6-16,8 14 11 0,-8-14-1 0,0 0-3 16,14 4-9-16,-14-4 3 0,15-14-3 15,-6 2-9-15,0-5-8 0,2-3-15 0,1-6-15 16,-2-2-10-16,1-2-7 0,-3-1-5 16,1 0 8-16,-2 1 3 0,-3 5 0 0,-1 1 6 15,0 0-3-15,-3 5 5 0,0 2-8 0,0 1-15 16,-3 1-13-16,3 3-27 15,-1 0-42-15,-1 2-41 0,2 10-33 0,-1-13-22 16,1 13-5-16,0 0-27 0,0 0-42 0,0 0-314 16,0 0 186-16,0 0 117 0</inkml:trace>
  <inkml:trace contextRef="#ctx0" brushRef="#br0" timeOffset="-17009.54">1067 14033 1032 0,'0'0'436'0,"0"0"-74"16,0 0-76-16,8 6-58 0,-8-6-43 0,0 0-31 16,0 0-26-16,0 0-19 0,0 0-21 15,0 0-18-15,0 0-16 0,0 0-6 0,10 5-12 16,-10-5-7-16,0 0-8 0,0 0-1 16,0 0-5-16,0 0-2 0,0 0-1 15,0 9-3-15,0-9-1 0,0 11 0 0,0-11-5 16,-1 19 3-16,0-9 0 0,-1 2-2 15,1 1 1-15,1 2-3 0,-3-1-14 0,2 3-2 16,1-3 6-16,-1-1-2 0,1-1-3 0,0 0-15 16,0-1-29-16,0-11-35 0,1 17-49 15,-1-17-81-15,0 12-69 0,0-12-94 0,3 10-280 16,-3-10 211-16,0 0 70 0</inkml:trace>
  <inkml:trace contextRef="#ctx0" brushRef="#br0" timeOffset="-16568.32">1071 13822 637 0,'0'0'291'0,"-3"-11"-51"16,3 11-67-16,0 0-25 0,0 0-41 0,0 0-6 16,0 0-22-16,0 0-1 0,0 0-9 15,-11 7-11-15,11-7 0 0,-1 10-9 0,1-10-12 16,0 13-2-16,0-13-22 0,2 17-5 0,-2-17 16 16,7 14 0-16,-7-14-5 0,6 13-8 15,-6-13 13-15,8 9 3 0,-8-9 27 0,9 8 14 16,-9-8 1-16,0 0 2 0,15 3 0 15,-15-3-5-15,9-6-9 0,-9 6-1 0,10-14-6 16,-2 4 4-16,-6 0-2 0,3-3 1 0,-2 0-10 16,1-2-5-16,-3-1-6 0,0 1-5 15,-2 0-7-15,1 1-2 0,-1 2-5 0,-2-1-5 16,2 2-3-16,-3 1-9 0,3 1-18 16,1 9-25-16,-9-12-26 0,9 12-8 15,0 0-20-15,0 0-30 0,-22 4-25 0,22-4-23 16,-15 17-24-16,6-7-25 0,1 3-23 15,2 3-297-15,-3-2 163 0,4 2 160 0</inkml:trace>
  <inkml:trace contextRef="#ctx0" brushRef="#br0" timeOffset="-15940.47">1403 14055 616 0,'0'0'251'0,"0"0"-10"0,0 0-13 0,0 0-44 15,0 0 2-15,0 0-3 0,0 0-10 16,0 0-16-16,0 0-14 0,0 0-23 0,0 0-18 16,0 0-12-16,0 0-14 0,0 0-14 15,0 0-7-15,0 0-10 0,-13-6-6 0,13 6-11 16,0 0-7-16,0 0-5 0,0 0-2 15,-16 4-5-15,16-4-1 0,-8 8-3 0,8-8-2 16,-12 13 0-16,12-13 0 0,-8 16-2 16,5-6-1-16,-2-1-1 0,1 3-1 15,0-2-7-15,3 0 2 0,-2 1 5 0,3-1-4 16,0 0-4-16,0-10-3 0,3 18 6 0,-3-18-3 16,5 15 4-16,-5-15 3 0,10 10-3 15,-10-10 14-15,13 3-7 0,-13-3-2 0,0 0-4 16,23-3 3-16,-23 3 1 0,15-12-4 15,-5 5 1-15,-1-3 5 0,0-1 2 0,-1 0 1 16,-1-4 0-16,0 0-1 0,-2 2 8 0,0-3 2 16,-1 1-2-16,-2 2 4 0,2 0 6 15,-1 2 6-15,-2 1 3 0,-1 10 0 16,1-17 4-16,-1 17-5 0,3-12-9 0,-3 12-2 16,0 0-3-16,-2-11-4 0,2 11-2 15,0 0-1-15,0 0 0 0,-2 9-4 0,2-9 2 16,-1 14 1-16,1-14 6 0,-3 21-1 0,3-7 4 15,0 2 10-15,0 1 5 0,0 1-4 16,0 3 4-16,0-2 0 0,0 3 0 0,0 2 4 16,0 1-4-16,0-1-3 0,-1 1-1 15,-3-1-1-15,2 0-6 0,-1-1 0 0,-1 0-1 16,-1 0-7-16,1-3 2 0,-2-2-4 16,0-2 0-16,-1 0-4 0,2-3 2 15,-1 0-3-15,-1-1-8 0,0-2-23 0,-1-3-51 16,8-7-58-16,-13 9-73 0,13-9-98 0,-15 3-120 15,15-3-402-15,-13-6 269 0,13 6-74 16</inkml:trace>
  <inkml:trace contextRef="#ctx0" brushRef="#br0" timeOffset="-15356.43">1519 14222 828 0,'11'-6'385'0,"-11"6"-93"16,0 0-60-16,9-6-48 0,-9 6-38 0,0 0-25 0,9-6-36 16,-9 6-20-16,0 0-10 15,11-11 0-15,-11 11-16 0,11-14-17 0,-5 3-2 16,2 1-6-16,2-2-8 0,-1-3 6 0,0-1 0 16,4-2 0-16,-4-1-8 0,1 0 12 15,1-3 15-15,-1-3 0 0,1-1 8 0,-4 4-2 16,1-1-1-16,-3 0-1 0,0 1 3 0,0-2 6 15,-1 7 1-15,0-1 1 0,-3 2-4 16,2 1-5-16,-2 2-7 0,-1 3-6 0,0-2-9 16,0 12-2-16,-1-16-1 0,1 16-5 15,-4-7-2-15,4 7-2 0,0 0 1 16,0 0-2-16,-14 9 2 0,14-9-1 0,-8 17 0 16,3-2-1-16,1 1 3 0,2 1-3 15,-3 7 1-15,1-2-3 0,1 3 1 0,2 3 2 16,1-2-2-16,0 1-4 0,0 1 2 0,1-1-3 15,2 2-13-15,-1-3 3 0,3-1 1 16,-1-1 5-16,3-4-1 0,-2 1 3 0,0-5-2 16,1-2 1-16,1-2 5 0,-1-2 1 15,-1-2 3-15,-5-8-4 0,12 7 5 0,-12-7 14 16,0 0-4-16,19-5-2 0,-19 5-6 0,14-12 1 16,-5 3-2-16,-2-2-4 15,1-2-4-15,0 2-7 0,-1-1 4 0,1 2-2 16,-3 1 2-16,0 1-2 0,3 0-1 0,-8 8-4 15,6-11 5-15,-6 11 2 0,0 0 0 16,10-6 4-16,-10 6-5 0,0 0 4 0,7 11 4 16,-7-11-3-16,4 14 0 0,-3-3 0 0,-1-1-7 15,4 2 5-15,-2 1-3 0,1 2 0 16,1-1-15-16,-2-2-41 0,2 3-74 0,0-4-57 16,1 1-112-16,0-4-424 0,0 1 239 15,-5-9 18-15</inkml:trace>
  <inkml:trace contextRef="#ctx0" brushRef="#br0" timeOffset="-15105.13">2229 13849 937 0,'3'-10'438'0,"-3"10"-93"15,5-17-69-15,-5 17-58 0,1-11-48 0,-1 11-35 16,0 0-29-16,0 0-12 0,0 0-22 0,0 0-9 15,0 0-6-15,-6 17-10 0,6-6-7 16,-4 2-5-16,3 3-6 0,-2 1-4 16,2 0-6-16,0 2-3 0,-1 1-7 0,1 0 1 15,1 3-5-15,0 1-1 0,-1-3-9 0,1 2-16 16,0-1-41-16,0-3-38 0,1 0-74 16,-1 0-81-16,3-3-135 0,-2 2-287 15,-1-5 215-15,1-2 59 0</inkml:trace>
  <inkml:trace contextRef="#ctx0" brushRef="#br0" timeOffset="-14891.62">2141 14112 829 0,'0'0'316'0,"-7"-10"-87"0,7 10-85 0,0 0-60 15,7-13-40-15,-7 13-26 0,13-9-22 16,-13 9-22-16,20-10-10 0,-7 5 1 0,4-1 7 16,-1 0-7-16,6 0-10 0,1 2-10 15,1 0-60-15,3-2-292 0,0 1 131 0,1 0 275 16</inkml:trace>
  <inkml:trace contextRef="#ctx0" brushRef="#br0" timeOffset="-14057.25">3205 14194 554 0,'-19'-3'255'0,"19"3"-28"16,-18-2-24-16,18 2-34 0,-20-4-28 15,20 4-22-15,-18-1-20 0,18 1-20 0,-22-2 19 16,22 2-6-16,-24-3-8 0,24 3 10 0,-24-2-6 15,24 2-6-15,-27-2 1 0,27 2 2 16,-26-3-10-16,26 3 1 0,-24 0 1 16,24 0-5-16,-19 0-8 0,19 0-9 15,0 0-10-15,-22-1-2 0,22 1-3 0,0 0-3 16,0 0 0-16,-23 1 0 0,23-1-8 0,0 0-2 16,0 0-4-16,-16 0-4 0,16 0-7 15,0 0 0-15,0 0 0 0,0 0-2 0,0 0 4 16,0 0 10-16,0 0 4 0,0 0 7 0,15-1 4 15,-15 1-9-15,33-6-5 0,-6 1 1 16,6-2-7-16,12 0-3 0,2-3-1 16,5-1-3-16,12 0-3 0,4-1-1 0,-1 0 1 15,1 0-2-15,0 2-7 0,-2 0 0 16,-10 4-2-16,0-2-10 0,-1 1-17 0,-3-1-15 16,-6 2-5-16,-1 1-11 0,-12 1-16 15,-6 1-10-15,-2-1 2 0,-4 1 1 0,-6 1 3 16,-15 2-18-16,23-3-12 0,-23 3-35 0,0 0-27 15,18-3-55-15,-18 3-112 0,0 0-282 16,0 0 193-16,0 0 104 0</inkml:trace>
  <inkml:trace contextRef="#ctx0" brushRef="#br0" timeOffset="-13720.46">3829 13822 559 0,'0'0'379'0,"-8"-10"-57"0,8 10-39 0,-9-10-22 16,9 10-36-16,-10-7-17 0,10 7-27 15,-6-6-17-15,6 6-18 0,0 0-26 0,-12-6-22 16,12 6-23-16,0 0-13 0,0 0-11 0,0 0 2 16,0 0-4-16,0 0-2 0,0 0 0 15,0 0 1-15,12 8 7 0,-2-2-1 0,0 2 4 16,4 1-2-16,4-1-2 0,1 3-3 15,0-1-5-15,2 0-3 0,-2 3-4 16,0-2-1-16,0 1-8 0,-4-1 1 0,2 0-4 16,-7 0 10-16,0 1-14 0,-2-2 7 15,-3 4-8-15,-2-2-12 0,-3 1 2 0,-3 1 21 16,-1 3-23-16,-1-3-14 0,-5 3-27 0,1 0-58 16,-1-1-60-16,-4-1-89 0,1 1-84 15,-2 2-132-15,-1-2-442 0,0-1 282 0,2-2-125 16</inkml:trace>
  <inkml:trace contextRef="#ctx0" brushRef="#br0" timeOffset="-9108.14">4779 13907 715 0,'-8'7'279'0,"1"0"-32"0,-3-1-52 0,1 2-23 15,0 1-9-15,-1 2-20 0,-2 0-19 16,1 2-1-16,-2 2-17 0,3-1 2 0,-2 2-10 16,1 0 4-16,0 2-5 0,2-4-10 0,1 1-7 15,0-2-10-15,3 1-7 0,1-3-9 16,0 0 2-16,3 0 2 0,1 0-5 16,1-3-12-16,3 3 10 0,1-3-11 15,3-2-3-15,1 2-1 0,2 0-8 0,2-3 2 16,1 1-8-16,0-1-6 0,3 1-5 0,-2-1 2 15,0 0-2-15,1 0-3 0,-1 0-1 16,-1 0-2-16,0 0 1 0,-1 1-6 0,-3 0 5 16,1-1 0-16,-2-1-6 0,-9-4 5 0,17 11 2 15,-17-11 6-15,10 14-9 0,-10-14 7 16,4 13-4-16,-4-13-1 0,-1 15 2 0,1-15 3 16,-8 16-1-16,3-7-5 0,-5-2 0 15,1 3 6-15,-3-2-7 0,1 0 0 0,-2-2 1 16,-1-1-1-16,0 2 0 0,0-2-3 15,1-3-3-15,13-2 7 0,-25 5-2 0,25-5-1 16,-26 0 5-16,26 0 3 0,-19-5-1 16,19 5-2-16,-17-8-4 0,14-1 1 0,0 0-9 15,2-4 6-15,3 0 4 0,3-4-15 16,3-3-5-16,5-2-11 0,1-1 0 0,1-1-1 16,3 0 4-16,-1 0 6 0,-2 0 5 15,3 2 5-15,-4-1-3 0,-3 4 10 0,0-1-5 16,-4 1 3-16,1 4 6 0,-4-1 4 0,-2 1 4 15,-2 0 1-15,0 4-1 16,-4-2-2-16,0 2-5 0,-3 1 6 0,-1 1-14 16,1 2 10-16,-2 1 0 0,-3 2-7 0,12 4 3 0,-20-5-5 15,20 5-14-15,-23 0-36 16,23 0-34-16,-22 3-64 0,22-3-35 0,-19 8-58 16,19-8-69-16,-17 11-489 0,17-11 260 0,-11 9-48 15</inkml:trace>
  <inkml:trace contextRef="#ctx0" brushRef="#br0" timeOffset="-8711.65">5080 14014 1028 0,'0'0'369'16,"0"0"-59"-16,0 0-38 0,7 7-31 0,-7-7-37 15,0 0-33-15,0 0-24 0,0 0-17 16,0 0-19-16,12 3-18 0,-12-3-18 0,0 0-16 16,0 0-14-16,16 4-4 0,-16-4 1 15,0 0-5-15,9 12-1 0,-9-12 2 0,7 18 0 16,-4-6 17-16,-2 4 5 0,0 3 0 0,2 4-11 15,-2 1-5-15,0 3-10 0,1 2-8 16,-1 4 3-16,3 2-18 0,-3 1 6 16,0-1-4-16,2 1 0 0,-2-3-4 0,2-2-4 15,-2-2-6-15,3-4 4 0,-3-3 0 16,0-2-5-16,1-2-5 0,-1-2-20 0,0-3-29 16,-1-1-35-16,1-2-29 0,-1-10-51 15,3 15-72-15,-3-15-77 0,0 0-86 0,0 0-378 16,0 0 256-16,0 0-33 0</inkml:trace>
  <inkml:trace contextRef="#ctx0" brushRef="#br0" timeOffset="-8393.6">5144 14053 1048 0,'4'-17'366'15,"-4"17"-90"-15,5-17-48 0,-5 17-45 16,10-15-42-16,-10 15-27 0,13-13-39 0,-13 13-14 16,16-7-21-16,-16 7 0 0,0 0-16 15,22 0-8-15,-22 0 2 0,21 9-5 16,-11-3 2-16,1 3-5 0,-1 2 0 0,-1 3 2 0,1-2-9 16,1 4 2-16,-4 1 3 15,-1 1-2-15,-4 0-6 0,3-1 3 0,-5 1 5 16,-1-1-6-16,-4 3 2 0,1-1 2 0,-1-2 2 15,-2-2-5-15,0 2-3 0,-2-2-4 16,0-4 8-16,0 2-5 0,-1-3-26 0,1 1-48 16,0-7-38-16,9-4-76 0,-18 9-99 15,18-9-359-15,0 0 203 0,-23-2 83 0</inkml:trace>
  <inkml:trace contextRef="#ctx0" brushRef="#br0" timeOffset="-7476.98">5486 14075 606 0,'0'0'453'15,"-3"-9"-77"-15,3 9-65 0,0 0-58 0,0 0-48 16,0 0-52-16,-2-10-32 0,2 10-27 0,0 0-20 16,0 0-10-16,0 0-11 15,0 0-7-15,0 0-14 0,0 0 0 0,0 15-1 0,0-15 0 16,1 18 6-16,-1-8 7 0,0 2 0 0,0 2 16 16,0 2-13-16,0 2-3 15,0 0-11-15,-1-1-6 0,-2 4 0 0,2-3-5 16,-2 0-7-16,1-1-1 0,-1-1-3 15,0-2 3-15,0 2 9 0,-1-5 3 0,2 0 2 16,-1-1 7-16,-1-3 0 0,4-7-2 0,-4 12-6 16,4-12-7-16,0 0-4 0,0 0-2 15,0 0-4-15,-6-7-4 0,6 7-7 0,1-19 22 16,0 5-18-16,2-3 0 0,-2-1-9 0,3-4-7 16,0-1 0-16,1 0-16 0,0 2 17 15,0 0-5-15,2 1 1 0,-1 4 10 0,-1 0-6 16,0 4 2-16,3-2 3 0,-2 3 3 15,-1 3-4-15,2 0 0 0,-7 8-1 16,14-11-1-16,-14 11 11 0,14-5-8 0,-14 5 4 0,0 0-2 16,20 2 5-16,-20-2 5 15,14 8 0-15,-6 0-7 0,-1-2 2 0,1 2-1 16,1 3 5-16,-1-1-5 0,1 2 2 0,-3-2-1 16,1 0-2-16,-2-1 1 0,1 0-2 15,-1 0 11-15,-5-9-10 0,8 13 1 0,-8-13 9 16,5 12-3-16,-5-12-2 0,4 8 1 15,-4-8 10-15,0 0-13 0,0 0 6 0,0 0 4 16,0 0-10-16,0 0 1 0,0 0-1 0,0 0 7 16,6-11-7-16,-6 11 0 15,5-16-1-15,-1 5-5 0,0-2 5 0,0 0-1 16,1 0 3-16,0-2-5 0,1 2 3 0,-1 0-3 16,2 1 4-16,-1 0 5 0,-1 2 8 15,4-2 20-15,-4 5-10 0,2-2 3 0,-1 3 0 16,-6 6-18-16,15-10 6 0,-15 10 3 0,14-4-5 15,-14 4 8-15,17 4-10 0,-17-4-1 16,15 11 0-16,-7-2 3 0,2 2-10 0,-1 2-1 16,-3-1 4-16,2 5-3 0,2 1 4 15,-5 1-12-15,2 2-48 0,-5-3-31 0,3 2-38 16,-3-1-36-16,0 0-40 0,-2 0-46 0,-2-1-43 16,-2-1-63-16,0 0-388 15,0-2 242-15,-1-2 12 0</inkml:trace>
  <inkml:trace contextRef="#ctx0" brushRef="#br0" timeOffset="-6184.09">315 10532 159 0,'-7'11'128'0,"1"0"-39"15,-2 0-40-15,-2 0-91 0,1-1-86 0,-3-1 40 16,-4 0 30-16</inkml:trace>
  <inkml:trace contextRef="#ctx0" brushRef="#br0" timeOffset="-5675.38">5 10682 400 0,'0'0'261'0,"0"0"-82"0,0 0-51 16,-5-7-42-16,5 7-33 0,0 0-30 15,0 0-27-15,0-14-10 0,0 14-1 0,0 0 4 16,0-15 1-16,0 15 25 0,0-9 14 16,0 9 22-16,0 0 22 0,0-15-2 0,0 15 5 15,0 0 13-15,0-10 5 0,0 10-17 0,0 0-18 16,0 0-5-16,0 0 3 16,0-11-7-16,0 11-3 0,0 0 3 0,0 0-10 15,0 0-9-15,0 0 19 0,0 0-8 0,0 0-17 16,0 0 2-16,30 5 10 0,1-3-21 15,10 1 6-15,8-1-6 0,6-1-2 0,6 3-13 16,15-2 13-16,5-1 1 0,7 2 4 0,7-5-12 16,4 2-13-16,7 0 17 0,29 2 43 15,6-2 23-15,5-2 5 0,6 1-14 0,8 0 4 16,5 0-11-16,5 0-14 0,9 0-3 16,2 1 9-16,6 0-3 0,6 1-5 0,2 1-11 15,4 0-2-15,3 2-4 0,3 1-4 0,-1 4-9 16,2 0 0-16,-1 1-3 15,-1 3-9-15,-6 1 6 0,-1-1-4 0,-4 3-4 0,-7-1-3 16,-5 4-5-16,-6-3-2 0,-7 1-11 16,-7 1-7-16,-8-2-20 0,-5 2-6 15,-6-1 0-15,-8 1 0 0,-4-1-12 0,-8 0-8 16,1-1 6-16,-6-1-1 0,-20-2-12 0,0-1 1 16,-1 3-12-16,-3-4-3 15,0 3-4-15,-2-4 9 0,-2 2 7 0,-4-1 15 0,-2 0 0 16,-5-1 1-16,-5-1-1 0,-3 1-4 15,-14-3 0-15,-5 1-4 0,-4-1-26 0,-10-3-87 16,-5 1-209-16,-5-1 129 0,-8-1 83 16</inkml:trace>
  <inkml:trace contextRef="#ctx0" brushRef="#br0" timeOffset="-4929.28">7196 11107 471 0,'0'0'232'0,"-15"-4"-55"0,15 4-30 15,0 0-30-15,-11-2-28 0,11 2-23 0,0 0-12 16,0 0-12-16,0 0-7 0,0 0-8 15,-22 0-5-15,22 0 1 0,0 0-4 0,-8 8-1 16,8-8 4-16,-4 9-4 0,4-9 3 16,-2 14 6-16,-1-4 15 0,1 3 3 0,1 2-2 15,1 4 9-15,-2 0 5 0,1 7 11 0,1 4-8 16,0 5 11-16,1 11-10 16,1 2-3-16,-2 5 13 0,1 2-3 0,-1 4-11 15,0 12-3-15,2 1-19 0,1 3 17 0,-3 1-1 16,0 3 5-16,1 3-12 0,-1 0 6 15,-1-1 4-15,1 3-4 0,1 1 12 0,0 2 1 16,-2 1 0-16,4 5-17 0,-2 0-1 0,-1 2-10 16,4 2-10-16,0 0-2 0,1 18 6 15,0-17-7-15,1 19-7 0,-1-1-4 0,3-1-3 16,0-2-6-16,2 2-5 0,-4-20-3 16,2 21 7-16,-2-2-9 0,1-18 2 0,-1 0 2 15,-1 1-4-15,-1-2 1 0,0-1-29 16,-3-4-40-16,-2 1-30 0,-2-5-41 15,1-1-62-15,-5-5-61 0,0-8-119 0,-1-3-241 16,-1-2 196-16,3-16 98 0</inkml:trace>
  <inkml:trace contextRef="#ctx0" brushRef="#br0" timeOffset="-4451.59">7162 15504 594 0,'-17'7'290'0,"17"-7"-53"16,-25 10-39-16,2-4-57 0,-4 2-24 15,-7 0 1-15,-11 3-6 0,-7-3 2 0,-16 3-9 0,-6-2-10 16,-10-1 11-16,-8 1-9 16,-9 1 11-16,-26 1 7 0,-11-1 0 0,-2 0-4 15,-11 2-7-15,-5-2 4 0,-5 0-13 0,-8-1-6 16,-3 3-11-16,-3-1-9 0,-6 0-14 15,-5-1-6-15,-2 1-16 0,-4 0 3 0,-2 0-13 16,0-3-11-16,-5 3-1 0,1-2-5 16,1 0 0-16,0 0-11 0,3-3-3 0,-1 0 5 15,4 1-5-15,2-3 4 0,5-1-6 16,3 2-6-16,6-3-6 0,6 1-30 0,5 0-15 16,10-3-5-16,5 3-26 0,6-1-21 0,9-1-38 15,23 1 1-15,8-1-45 0,2 1-35 16,9-2-99-16,3 0-287 0,-2 0 193 0,6 0 103 15</inkml:trace>
  <inkml:trace contextRef="#ctx0" brushRef="#br0" timeOffset="-1376.03">989 10384 630 0,'0'0'378'16,"-11"5"-68"-16,11-5-62 0,-13 6-22 16,13-6-38-16,-10 9-31 0,10-9-38 0,-13 11-23 15,4-2-18-15,2 0-14 0,-2 2-10 0,0 1-21 16,0 1-5-16,0 5 1 0,-1-2-5 15,0 2-1-15,-2-2-2 0,3 0 20 0,0-2 2 16,1-2 8-16,1 1-4 0,-1-2-2 16,1 0-5-16,0-1-8 0,2-2 2 0,0-1 5 15,5-7 1-15,-10 14-1 0,10-14 0 16,-8 10-2-16,8-10-2 0,-5 9 3 16,5-9-1-16,0 0-1 0,-6 10 2 0,6-10 2 15,0 0 10-15,0 0 5 0,-8 5-7 0,8-5 1 16,0 0-2-16,0 0-7 0,-9-9 5 15,9 9-6-15,-2-14-10 0,2 14-2 0,-2-20-10 16,2 8 6-16,0-2-8 0,4-3 0 0,0-3-2 16,2-4 0-16,3-1 1 0,4-4-3 15,3-2-5-15,2-3 7 0,5 3-7 0,3 0 0 16,1 1-3-16,2 2 1 0,3 3 1 16,1 0-6-16,3 1 7 0,1 5-2 15,1 0 16-15,0 6-2 0,1-1-10 0,-6 4-4 16,0 2-2-16,0 2 2 0,-1 1-9 15,-4 1-23-15,-1 1-19 0,-6 2-10 0,0-1-19 16,1 2-17-16,-3-1-16 0,-19 1-11 0,29 1-14 16,-29-1-7-16,27 2-7 0,-27-2-8 15,19 1-12-15,-19-1-33 0,0 0-62 0,19 0-143 16,-19 0-211-16,0 0 190 0,0 0 109 0</inkml:trace>
  <inkml:trace contextRef="#ctx0" brushRef="#br0" timeOffset="-1073.11">1413 9935 899 0,'-9'-10'427'0,"9"10"-71"0,-10-7-49 0,10 7-45 16,0 0-52-16,-9-10-43 0,9 10-35 15,0 0-27-15,-7-7-20 0,7 7-17 0,0 0-9 16,0 0-10-16,0 0 0 0,11-7-8 15,-11 7-4-15,0 0-4 0,24 2-4 16,-24-2-4-16,24 3-8 0,-11-1 0 0,1 3-4 16,0 0-5-16,-1 2 4 0,1-1-2 0,0 1-4 15,-2 3 1-15,0 0-3 0,-3 2 0 16,0 1-1-16,-3 4-3 0,-2-3-4 0,-1 5 2 16,-2-2-5-16,-1 1-10 0,-3 0-13 15,2 0-20-15,-2 0-29 0,0 1-42 0,0 0-52 16,0-1-65-16,1-2-81 0,-2-2-444 0,3-2 250 15,-2-1-11-15</inkml:trace>
  <inkml:trace contextRef="#ctx0" brushRef="#br0" timeOffset="-68.42">2098 10278 767 0,'0'0'285'15,"0"0"-26"-15,-5 7-34 0,5-7-15 16,0 0-21-16,0 0-17 0,-4 10-20 0,4-10-11 15,0 0-10-15,0 0 2 0,0 0-6 0,0 0 1 16,0 0 4-16,0 0-3 0,0 0-2 16,0 0-1-16,0 0-5 0,0 0-21 0,0 0-25 15,-3-13-2-15,3 13-13 0,2-20-14 0,-4 7-14 16,2-4-11-16,-1-3 5 0,1-5-18 16,-1-3 8-16,-1-3-1 0,1-4-8 15,-2-2-1-15,0-7-9 0,-1 0 6 0,0 0 0 16,0-2 0-16,1 1-4 0,0 4-1 0,-1 5 2 15,3 2-8-15,-4 5 9 0,4 4 0 16,-2 3-5-16,3 1-1 0,-1 4 6 0,-2 1-7 16,3 3 0-16,0 2-3 0,-1-1 4 0,1 12-8 15,3-17 5-15,-3 17 4 0,2-10-5 16,-2 10 7-16,0 0-4 0,0 0-1 0,14 13 6 16,-9-4-3-16,-1 4 4 0,1 2 3 0,0 1-7 15,1 4 7-15,0 2-1 0,0 1 2 16,-2-2-7-16,0 2-2 0,1-1 2 15,0 1 1-15,-1-3 1 0,-2-4 3 0,2 0 3 16,0 0 1-16,0-5-11 0,-3-1 2 16,3 1 7-16,-4-11-8 0,6 14 1 0,-6-14 4 15,0 0 2-15,10 6-4 0,-10-6 0 16,12-7-3-16,-6 0-4 0,3-4-2 0,0-1 5 16,0-5 2-16,1 1-7 0,0-2 10 0,-1 0 1 15,2 2-9-15,-4 1 3 0,0 2 5 16,-1 1 0-16,1 2 6 0,0 1 0 0,-7 9-10 15,9-14 6-15,-9 14-5 0,8-6-2 0,-8 6 5 16,0 0-2-16,15 6 2 16,-15-6 4-16,10 13-1 0,-3-1-5 0,0 4 10 0,-2-2-8 15,3 6-1-15,-3-1 2 0,2 1-1 16,-1 2 1-16,-1-1 6 0,-1 2-1 16,1-1-5-16,-3 1-6 0,1-3-1 0,0-1-1 15,-1 0-29-15,-2-1-43 0,3 0-43 16,-3 1-56-16,0-3-54 0,0-1-98 0,0-4-162 15,0 0-280-15,0-11 252 0,-3 16-22 0</inkml:trace>
  <inkml:trace contextRef="#ctx0" brushRef="#br0" timeOffset="333.4">2525 9858 808 0,'0'0'532'0,"0"-11"-121"0,0 11-75 0,0 0-71 16,0-14-56-16,0 14-43 0,0 0-31 16,1-9-26-16,-1 9-30 0,0 0-15 0,0 0-14 15,0 0-6-15,0 0-15 0,0 0-5 0,-6 14 1 16,6-14-8-16,-1 19-5 0,-2-7 1 16,3 1-2-16,0 1-3 0,0-2 1 0,0 4 3 15,3-2-7-15,-2 1 7 0,3 0 1 0,-2-1-5 16,2 0 6-16,3-3 1 15,-1 1 5-15,-1-3-3 0,3-2-2 0,0 1 7 16,-8-8-6-16,17 7 1 0,-17-7 0 0,20 0 0 16,-20 0-7-16,20-8-1 0,-11-2-7 15,1 2 2-15,-1-4 2 0,-4-1-3 0,0-2-8 16,-1-1 2-16,-2-1 0 0,-2 3-3 16,-2-4-3-16,1 3-1 0,-3 0 4 0,-3 1-7 15,1 1 0-15,-2 2-11 0,-2 2-11 0,0 0-5 16,1 2-23-16,9 7-26 0,-22-4-25 15,22 4-26-15,-24 2-25 0,24-2-28 0,-19 6-36 16,19-6-68-16,-20 8-384 0,20-8 217 0,-14 7 57 16</inkml:trace>
  <inkml:trace contextRef="#ctx0" brushRef="#br0" timeOffset="643.69">2718 9438 810 0,'-1'-12'583'0,"-2"4"-114"15,3 8-85-15,-1-18-78 0,1 18-56 0,-2-12-48 16,2 12-44-16,-1-10-31 0,1 10-29 16,0 0-16-16,0 0-12 0,0 0-14 15,0 0-7-15,0 0-20 0,0 0 4 0,4 16-12 16,0-2-1-16,-3 3-2 0,3 1-8 15,1 5 7-15,0 2-2 0,-2 2-10 0,2 2 6 16,-1 3-4-16,-2-1 0 0,1 0-8 0,-2-4 11 16,3 4-1-16,-2-4-2 0,1-2-6 15,-2 0 2-15,2-2-3 0,-2-3-5 0,0-1-60 16,1-1-37-16,-1-2-60 0,0-2-84 0,0-1-100 16,2-5-180-16,-3-8-240 0,0 12 250 15,0-12-15-15</inkml:trace>
  <inkml:trace contextRef="#ctx0" brushRef="#br0" timeOffset="959.3">2761 9772 802 0,'0'-18'376'0,"0"7"-82"0,3 0-53 16,-1 1-35-16,2-3-40 0,3 1-31 0,-1 0-32 15,3 1-20-15,-3 0-20 0,2 2-23 16,1 1 3-16,0 1-13 0,1 1-4 16,-10 6-9-16,20-4-10 0,-20 4 3 0,23 2 4 15,-23-2-13-15,26 12 4 0,-12-6-4 0,-4 5 8 16,5 1-3-16,-2 3-9 0,-3-1 8 16,2 3 2-16,-5 0-3 0,0-1-10 15,-2 1 3-15,-1-1 11 0,-4 1-2 0,0-4 0 16,-3 3-9-16,2-2 9 0,-4 0-5 0,-2 0-11 15,1-3 8-15,-3 0-27 0,1-1-21 16,-2-2-43-16,1-2-71 0,9-6-109 0,-20 7-386 16,20-7 209-16,-23-1 75 0</inkml:trace>
  <inkml:trace contextRef="#ctx0" brushRef="#br0" timeOffset="1251.4">3130 9707 964 0,'0'0'580'0,"13"-8"-108"0,-13 8-85 16,7-6-74-16,-7 6-60 0,0 0-47 0,13-8-45 16,-13 8-29-16,0 0-25 0,8-6-26 15,-8 6-11-15,0 0-16 0,0 0-15 0,0 0-9 16,0 0-4-16,12 5-3 0,-12-5-5 0,4 13-8 15,-4-13 0-15,7 18 6 16,-6-7-8-16,0 1-9 0,-1 1-2 0,1 1 3 16,1 0 3-16,-2 1-10 0,0-2-24 0,0 1-35 15,-3 0-42-15,3-2-51 0,-1 2-51 16,1-3-41-16,0-11-93 0,-3 14-531 0,3-14 277 16,0 0-111-16</inkml:trace>
  <inkml:trace contextRef="#ctx0" brushRef="#br0" timeOffset="1670.38">3005 9501 696 0,'-9'-10'422'0,"9"10"-69"0,-4-9-54 15,4 9-45-15,-6-6-45 0,6 6-36 16,0 0-37-16,0 0-30 0,-7-10-22 0,7 10-15 16,0 0-10-16,0 0-9 0,-5 10-9 0,5-10-6 15,0 15-16-15,0-15 2 0,0 21-4 16,3-11-1-16,-2 2-3 0,2-1 5 0,-1 0-1 16,2-2 3-16,1 1 1 0,-1-2 1 15,5 1 6-15,-9-9 7 0,14 9 0 16,-14-9-2-16,18 4-4 0,-18-4-7 0,19-6 1 15,-7-1-11-15,-1-2 0 0,-1-2-2 0,0 0 2 16,2-5-3-16,-5-1-4 0,2-1-4 16,-5-1 1-16,1-1-2 0,-2 2 6 0,-3 0-9 15,-2 1-3-15,1 0-1 0,-4 3-2 16,1 1-4-16,-3 0-26 0,-1 2-29 0,0 4-27 16,-2 1-28-16,10 6-9 0,-19-6-5 0,19 6-9 15,-19-1 2-15,19 1-39 0,-17 2-72 16,17-2-403-16,0 0 208 0,-15 5 75 0</inkml:trace>
  <inkml:trace contextRef="#ctx0" brushRef="#br0" timeOffset="1963.68">3328 9099 1159 0,'0'0'546'16,"6"-14"-99"-16,-6 14-90 0,4-10-79 0,-4 10-57 15,0 0-34-15,0 0-40 0,0 0-28 0,0 0-16 16,0 0 2-16,6 10-11 0,-6-10-13 16,0 22-20-16,3-5-1 0,-2 2 2 0,0 6-15 15,3 1-3-15,-1 6-3 0,0 4-10 16,3 5 4-16,-4 3 17 0,4-1 12 16,-2-1-16-16,0 2 0 0,0-8 9 0,-2-1 5 15,1 1-12-15,1-4-9 0,-1 2-8 16,-1-8-11-16,3-1 2 0,-4 0-10 0,3-4-6 15,-1-2-44-15,-2-2-64 0,0 0-61 0,2-1-70 16,-2-5-75-16,3 2-86 0,-3-5-132 16,-1-8-416-16,3 14 291 0,-3-14-159 0</inkml:trace>
  <inkml:trace contextRef="#ctx0" brushRef="#br0" timeOffset="2384.78">3491 9760 784 0,'6'-16'393'0,"-6"16"-96"16,4-18-49-16,0 10-43 0,-3-3-45 0,-1 11-24 15,7-16-26-15,-7 16-34 0,6-15-8 0,-6 15-19 16,5-11-7-16,-5 11-15 0,4-10 7 16,-4 10-10-16,5-6-2 0,-5 6-3 0,0 0-9 15,6-12 7-15,-6 12 0 0,0 0 1 0,9-9 15 16,-9 9-8-16,8-9 11 15,-8 9-5-15,13-12-5 0,-7 5-2 0,2-3-4 16,2 0-9-16,-4-2 1 0,2 0-5 0,0-2-2 16,-2-2-1-16,-1-1-1 0,0 2 2 15,-1-1-4-15,0 1 7 0,-3 1 0 0,0 3-4 16,-2-1-1-16,1 4 1 0,0 8-5 16,-8-14 5-16,8 14 2 0,-10-5 0 0,10 5 7 15,-16 4 5-15,7 0 12 0,-4 5 6 0,3 1 3 16,-1 2 13-16,0 3 2 0,1 1-11 15,2 3 4-15,-2-1-5 0,5 1-4 16,1-2-4-16,3 1-3 0,0-2-6 0,2 0-6 0,0-1-1 16,3 2 4-16,1-4-18 0,1-1 0 15,5 0-21-15,-1-1-42 0,2-3-64 16,3-1-70-16,0-3-96 0,-15-4-153 16,29-1-346-16,-12-2 257 0,3-4-36 0</inkml:trace>
  <inkml:trace contextRef="#ctx0" brushRef="#br0" timeOffset="2984.96">4066 9055 638 0,'0'0'418'0,"0"0"-83"0,0 0-68 0,0 0-30 16,-9-8-40-16,9 8-29 0,0 0-42 16,0 0-24-16,0 0-12 0,-15 4-21 0,15-4-8 15,-6 10-1-15,6-10-15 0,-8 17-1 0,1-6-7 16,0 1-3-16,2 3-3 0,1 1 0 15,-1 1-8-15,1 0 3 0,-1 4-15 16,-1-1-2-16,3-1 2 0,0 0 0 0,1-1-4 16,1-2 3-16,-1-2-4 0,2-1 0 15,0 0-3-15,0-2 7 0,3-2-3 0,-3-9 1 16,5 17 0-16,-5-17 4 0,7 9-1 0,-7-9-3 16,0 0 1-16,17 4-1 0,-17-4-1 15,14-6 1-15,-14 6-1 0,17-13-4 0,-7 5 0 16,0-1 4-16,-1-3 18 0,1 3 12 15,2-2-3-15,-3 2-1 0,0-1-1 0,1 4 0 16,-4-1-3-16,-6 7-11 0,16-10 7 0,-16 10 4 16,0 0 11-16,17 1 23 15,-17-1-16-15,12 14-2 0,-7-3 2 0,0 0 6 16,-2 5 10-16,-1 1 16 0,1 1-1 0,-3-1 9 16,0 4 1-16,-3-2-4 0,2 3-1 15,-3-1-7-15,-1 0-3 0,0-4-9 0,0-1-7 16,-3 1-15-16,2-3-5 0,-3-1-5 0,0-2-3 15,-3 0-15-15,0-2-25 0,-1-2-44 16,-2-2-54-16,-1-1-49 0,0-3-35 0,16-1-41 16,-32-3-37-16,15 1-26 0,2-3-73 15,1 0-116-15,-1-2-341 0,3 1 268 0,2 1-74 16</inkml:trace>
  <inkml:trace contextRef="#ctx0" brushRef="#br0" timeOffset="3646.62">4149 9512 889 0,'0'0'420'0,"21"-8"-87"15,-10 4-57-15,-11 4-45 0,18-9-47 0,-18 9-32 16,16-6-25-16,-16 6-21 0,13-6-11 0,-13 6-18 16,13-4-14-16,-13 4-9 0,0 0-15 15,13-6-3-15,-13 6 1 0,0 0-1 0,12-4 0 16,-12 4-5-16,0 0-4 0,16-3 5 15,-16 3 11-15,0 0 9 0,17-6-5 16,-17 6-15-16,17-9-11 0,-17 9-2 0,18-10 1 16,-8 1-5-16,2 0-11 0,-1-2 5 0,2 2-5 15,-2-3-8-15,2-1-16 0,-4 0 9 16,0 1-6-16,-1 0 4 0,-5 1 1 0,1 2 3 16,-4 9 3-16,4-16-3 0,-4 16 2 15,-2-8 4-15,2 8-5 0,0 0 9 0,-17-3 6 16,17 3-2-16,-18 9-1 0,8-2-9 0,-4 2 11 15,4 2-4-15,-1 3 3 16,0 2 2-16,1 2 6 0,1-1 0 0,0 0-7 0,4 0 7 16,1 1 0-16,0-2-7 0,4 1 7 15,0-3-6-15,1 2 0 0,2-3 5 16,3 0-8-16,2-3-4 0,1-1-24 0,2-3-27 16,5-1-24-16,-16-5-16 0,24 2-40 0,-5-3-24 15,-1-4-28-15,0-2-19 0,1 0-25 16,-1-5-14-16,0 2 2 0,-3-3 34 0,-1-1 55 15,0 0 70-15,-1-2 83 0,-4 2 52 16,-3 1 40-16,3 1 40 0,-4 1 17 0,-1 0 20 16,-3 1 6-16,-1 10-6 0,3-15-4 0,-3 15 1 15,0-15-8-15,0 15-7 0,-3-11-14 16,3 11-10-16,-1-11-15 0,1 11-17 16,-4-9-22-16,4 9-17 0,0 0-12 0,0 0 7 15,0 0 1-15,0 0-9 0,0 0-3 16,0 0-15-16,0 0-5 0,5 16-6 0,-1-8-4 15,-1 2-7-15,-1 2 5 0,2 0-4 0,-3 2 2 16,2 2-3-16,-2 1 2 0,3-1-1 16,-4 1-4-16,1 0-6 0,-1-4-1 0,0 1 4 15,-1-3-4-15,1 2-12 0,-4-2-7 16,4-11-40-16,0 18-42 0,0-18-47 0,-1 11-54 16,1-11-80-16,0 0-118 0,0 0-495 0,0 0 282 15,-5-8-128-15</inkml:trace>
  <inkml:trace contextRef="#ctx0" brushRef="#br0" timeOffset="3952.26">4553 9343 749 0,'0'0'455'0,"-4"-11"-99"0,4 11-67 16,0 0-32-16,0-12-44 0,0 12-45 0,7-9-30 15,-7 9-23-15,10-14-27 0,-1 7-10 16,1-1-17-16,2 0-15 0,2-1-4 0,-1 1-8 15,0 0-9-15,2 1-5 0,0-3-5 0,-2 4-2 16,-2 1-3-16,3 2 0 16,-14 3-4-16,21-5-1 0,-21 5 1 0,0 0 4 0,23 0 6 15,-23 0-1-15,11 12 4 0,-6-5 3 16,-4 5-4-16,2 0 22 0,1 2-2 16,-3 2-3-16,0-1 2 0,1 4-1 0,-2 0-8 15,1 0-2-15,-1-1-8 0,0 2 5 16,0-3-13-16,1 1 2 0,2-2-12 0,-2 0-19 15,-1-3-61-15,3-1-71 0,-2-1-104 0,-1-11-148 16,4 11-447-16,-4-11 274 0,0 0-91 16</inkml:trace>
  <inkml:trace contextRef="#ctx0" brushRef="#br0" timeOffset="4288.46">4926 9281 1033 0,'-5'-11'480'0,"5"11"-95"0,0 0-75 16,0 0-70-16,-3-11-40 0,3 11-25 16,0 0-19-16,0 0-12 0,0 0-26 0,0 0-28 15,4 10-16-15,-4-10-10 0,5 10-3 0,-5-10-7 16,9 16-10-16,-5-8-3 0,3 2-9 16,-1-1 24-16,0 4-9 0,2-3 11 0,-2 1-10 15,3 0-16-15,-4-3-4 0,0 0 3 16,2 2-3-16,0-4-2 0,-7-6 13 15,9 11 15-15,-9-11 24 0,9 8-2 0,-9-8-11 16,0 0-27-16,17-5 1 0,-17 5-21 16,12-13 0-16,-4 1-6 0,2-2 5 0,2-4-2 15,-1-5-27-15,3-2-11 0,-1-1-19 0,4-5-25 16,-2-2-9-16,4 2-22 0,-6 4-25 16,1 3-29-16,-4 6-31 0,0-1-41 0,2 3-69 15,-5 5-98-15,1 3-118 0,-8 8-232 0,13-9 242 16,-13 9 9-16</inkml:trace>
  <inkml:trace contextRef="#ctx0" brushRef="#br0" timeOffset="4914.85">5339 9274 934 0,'0'0'394'15,"0"0"-89"-15,8 11-23 0,-8-11-22 0,0 0-31 16,5 8-23-16,-5-8-19 0,0 0-31 15,0 0-29-15,5 7-17 0,-5-7-27 0,0 0-10 16,0 0-13-16,9 6-18 0,-9-6-6 0,0 0-5 16,0 0-5-16,0 0 0 0,18 1-4 15,-18-1-2-15,0 0-15 0,14-6 1 0,-14 6 1 16,11-11-7-16,-3 3-1 0,-2 0-11 16,2-2-1-16,-2-3-8 0,1 2 5 0,-2-3 2 15,0 1 3-15,-1 1-1 0,-3 2-2 16,0 0 6-16,-1 10-1 0,0-18-1 15,0 18 1-15,-5-14 1 0,5 14 5 0,-10-8-1 16,10 8 1-16,0 0 1 0,-23 2 0 0,13 4 1 16,-3 0-1-16,2 5 8 0,-2 2 11 15,-2 2-3-15,2 3 10 0,0-1-1 0,3 1 14 16,1 2-7-16,0-1-6 0,3 0 0 0,2-3 0 16,0 1-5-16,3-1-10 0,2-3 5 15,-1 0 0-15,4 0-12 0,1-2 3 0,1-2-2 16,3-3-15-16,0 0-11 0,-9-6-5 15,23 7-23-15,-23-7-26 0,27-4-12 0,-12 0-3 16,2-4-7-16,-2-3 24 0,4-1 15 16,-1-5 14-16,0-2 8 0,-3-1 8 15,0 0 23-15,0-1 15 0,-4 3 18 0,-2 0 11 16,-1 3 9-16,-2 2 1 0,0-1 6 0,-2 3 2 16,-1 1 0-16,-1 1-2 0,-2 9 13 15,3-14-1-15,-3 14-6 0,0-11-10 0,0 11-4 16,0 0-5-16,0 0 5 0,0 0 4 0,0 0 9 15,0 0-2-15,0 0-5 0,0 0-5 16,-4 12-4-16,4-12-18 0,1 15 23 0,-1-15-5 16,3 17-9-16,-2-6-5 0,2-3-6 15,-1 4 1-15,2-1-11 0,-1-3-9 16,-1 4-6-16,3-3-20 0,-1 1-27 0,0-2-49 16,-4-8-26-16,5 15-27 0,-5-15-23 15,4 11-39-15,-4-11-55 0,0 0-78 0,2 11-84 16,-2-11-334-16,0 0 249 0,0 0-13 0</inkml:trace>
  <inkml:trace contextRef="#ctx0" brushRef="#br0" timeOffset="5240.16">5587 9218 927 0,'0'-14'413'0,"0"14"-87"16,1-13-47-16,-1 13-37 15,4-12-37-15,-4 12-33 0,6-13-15 0,-1 4-27 16,2 2-15-16,2 0-23 0,2-3-10 0,1 2-14 15,0-1-16-15,4-1-7 0,-1 1-3 16,0-1 5-16,3 1 13 0,0 0 1 0,-2 2-12 16,0 0-5-16,-1 1 6 0,-1 0-17 0,-3 1 0 15,-11 5-1-15,20-9 2 0,-20 9-3 16,16-5-4-16,-16 5 4 0,0 0-1 0,17-2 14 16,-17 2-2-16,9 6 0 0,-9-6 8 15,2 14-14-15,-2-14 7 0,0 20 17 0,-1-10-5 16,0 6 21-16,-3 2-21 0,0 0 0 0,2-1-6 15,-2 2-13-15,1-1-13 0,2-2 3 16,1 3-6-16,0-3-9 0,4 0 2 16,-2-2-26-16,2-1-50 0,5 0-78 0,-1-3-88 15,-2-4-102-15,-6-6-167 0,20 9-552 16,-20-9 312-16,26-2-243 0</inkml:trace>
  <inkml:trace contextRef="#ctx0" brushRef="#br0" timeOffset="6516.56">4231 10451 802 0,'0'0'337'16,"0"0"-43"-16,-5 11-39 0,5-11-33 0,0 0-10 15,-6 9-19-15,6-9-28 0,0 0-5 0,0 0-26 16,0 0-17-16,0 0-12 0,0 0-21 15,-11-5-6-15,11 5-7 0,-3-11-11 16,3 11-16-16,-5-19-9 0,4 7-2 0,0-3-1 16,-2-1 6-16,3-3-11 0,0-4 5 15,0 0 4-15,0-4-1 0,3 2 7 0,-2-2-1 16,4-4 0-16,-1 4-11 0,0 4 12 16,0-1-21-16,1 4-3 0,-1 3-3 0,-2 2-1 15,3 1-16-15,0 6-1 0,-5 8-3 0,12-11 14 16,-12 11-10-16,0 0 7 0,14 5-8 15,-5 3 4-15,-4-1 1 0,1 6-2 0,1 1-6 16,0 0 6-16,0 3-3 0,-1 2 6 0,-1 0-5 16,2 2-2-16,-1-2 10 15,-2-2-5-15,1 0 6 0,0-3-10 0,-1 2 9 16,1-2-8-16,-1-4 4 0,2 1 3 0,-3-3 9 16,0 1 4-16,-3-9 5 0,9 11 2 15,-9-11 1-15,0 0-6 0,18-3-15 0,-18 3-1 16,17-14 4-16,-8 2-13 0,0-1-13 15,0-5-11-15,0-2-10 0,-2 1 1 0,0-3 5 16,-1 0 0-16,-2-2 2 0,0 3-3 0,-3 3 15 16,0 0-3-16,1 3-2 0,-4 1-10 15,2 1-22-15,-1 4-21 0,1 9-21 0,-4-16-34 16,4 16-12-16,0 0-29 0,-5-7-55 16,5 7-72-16,0 0-478 0,0 0 255 15,-4 7-26-15</inkml:trace>
  <inkml:trace contextRef="#ctx0" brushRef="#br0" timeOffset="6903.27">4630 10184 861 0,'0'0'438'0,"0"0"-81"16,0 0-39-16,0 10-47 0,0-10-50 15,0 0-39-15,0 0-31 0,-5 10-18 0,5-10-23 16,0 0-19-16,-8 11-15 0,8-11-12 15,-5 11 0-15,5-11-12 0,-4 17-14 0,4-17 0 16,-1 19-7-16,1-7 3 0,1-2-7 0,-1 1-1 16,3 0 1-16,-2 0-3 15,3-2-2-15,-2 1-1 0,2-1 2 0,1-1-9 16,-5-8 0-16,16 12 2 0,-16-12-9 0,15 9 2 16,-15-9-3-16,19 1 0 0,-19-1-5 15,22-5 2-15,-13 0-1 0,1-2-1 0,0-2-1 16,-2-2-1-16,-2-2-4 0,-2 0 2 0,0 0-2 15,-3-1 8-15,-2 1 2 0,-3 1-2 16,0-1 8-16,-2 1-6 0,-4 1-2 0,-2 2-2 16,2 0-5-16,-4 3 11 0,1 3-6 15,13 3-5-15,-27-4 5 0,27 4-2 16,-24 4-17-16,15-1-35 0,0 3-29 0,0 1-34 16,3 1-39-16,1 0-51 0,5-8-74 15,-5 14-123-15,5-14-384 0,0 11 256 0,0-11-33 16</inkml:trace>
  <inkml:trace contextRef="#ctx0" brushRef="#br0" timeOffset="7167.16">4876 9947 1253 0,'3'-14'481'0,"-2"5"-62"0,-1 9-71 15,2-20-78-15,-2 20-47 0,3-15-53 0,-3 15-29 16,0-9-40-16,0 9-18 0,0 0-8 0,0 0-12 15,0 0-17-15,0 0-9 0,5 10-8 16,-4 0 13-16,1 2 3 0,-1 4 7 0,-1 2-1 16,1 1-6-16,-1 1 4 0,0 1-4 0,2 4 5 15,-2-2-14-15,0 1 2 0,-2 1-13 16,2-6-15-16,-1 2 11 0,1-1-11 0,0-1-3 16,0-1-41-16,1 0-61 0,1-2-62 15,-1-3-60-15,-2-1-59 0,2-2-77 0,-1-10-152 16,-3 13-324-16,3-13 268 0,0 0-76 0</inkml:trace>
  <inkml:trace contextRef="#ctx0" brushRef="#br0" timeOffset="7550.74">4774 10224 791 0,'0'0'512'0,"0"0"-113"15,-13-5-71-15,13 5-43 0,0 0-43 16,0 0-40-16,0 0-29 0,3-10-39 0,-3 10-23 15,13-8-25-15,-13 8-49 0,20-10-41 16,-6 5-35-16,0-1-33 0,3 0-27 0,-1 0 13 16,3-1 9-16,2 0 21 0,-1 2 12 15,-3-2-1-15,1 2 20 0,-3 0-5 0,0 1 24 16,-2-3 18-16,-13 7 30 0,23-6 15 16,-23 6 11-16,19-7 8 0,-19 7-1 0,13-3 3 15,-13 3-5-15,0 0-3 0,18-5-19 16,-18 5-2-16,0 0-3 0,0 0-5 0,0 0 12 15,15 3-5-15,-15-3 11 0,0 0-7 16,6 11 4-16,-6-11 15 0,3 12-4 0,-3-12 3 16,5 17-9-16,-5-17-3 0,3 18-5 0,-2-7-4 15,0-2-6-15,-1 3-14 0,3-2-6 16,-3 0-5-16,1 1-7 0,-1-11-1 16,0 19 5-16,0-19-13 0,1 14 2 0,-1-14-24 15,2 14-57-15,-2-14-45 0,2 11-62 0,-2-11-54 16,0 0-71-16,4 8-126 0,-4-8-482 15,0 0 286-15,0 0-142 0</inkml:trace>
  <inkml:trace contextRef="#ctx0" brushRef="#br0" timeOffset="7911.58">5075 9976 1015 0,'-4'-8'370'0,"4"8"-67"15,-2-11-46-15,2 11-45 0,-5-8-41 0,5 8-42 16,0 0-34-16,-8-6-15 16,8 6-17-16,0 0-10 0,0 0-12 0,-10 6-8 15,10-6-6-15,-4 8-2 0,4-8-3 16,-3 15-6-16,3-15 0 0,2 15 11 0,-2-15 5 16,2 16 8-16,-2-16-2 0,4 16 7 0,-4-16 9 15,6 12 7-15,-6-12 5 0,8 6 2 16,-8-6-8-16,0 0-3 0,0 0-12 0,24-5-19 15,-16-1-3-15,1-1-4 0,-3-3-1 0,1 0 2 16,-1-4-6-16,-2 1 0 16,2-2-15-16,-2 1 3 0,-4-1 7 0,1 0-7 15,-2 1 0-15,1-1 7 0,-4 3-7 0,2 1-5 16,-3 0-5-16,0 1-34 0,5 10-30 16,-12-12-36-16,12 12-43 0,-14-3-43 0,14 3-18 15,-13 5-52-15,13-5-51 0,-15 12-420 16,11-5 241-16,-1 2 13 0</inkml:trace>
  <inkml:trace contextRef="#ctx0" brushRef="#br0" timeOffset="8601.81">5167 10115 1023 0,'0'0'489'0,"13"5"-65"15,-13-5-57-15,0 0-69 0,12-5-61 16,-12 5-36-16,9-8-44 0,-9 8-32 0,12-15-20 15,-2 5-23-15,-1-2-20 0,0-4-27 0,4 0-12 16,-3-1-22-16,0-3-23 0,4 0-2 16,-2-4-15-16,-2-1-3 0,0 1 9 0,-2 2 2 15,-2-2 5-15,-1 1 3 0,0 2 6 0,-1 3 9 16,-3 0 9-16,-1 5 0 0,0 1-11 16,0 12 4-16,-2-16 2 0,2 16 4 0,0 0-1 15,-14-4 0-15,14 4 7 0,-12 12 6 16,5-2-9-16,-2 3 6 0,1 5-8 0,3 4 7 15,0 2-2-15,-1 5 1 0,-1 3-5 16,5 1 4-16,-2 5-1 0,0 1-3 0,1-2 7 16,2 0 24-16,0 0 9 0,-2-2 0 15,3-1-12-15,0-5 7 0,-1-2-15 0,2-1 1 16,-1-5-2-16,0-1-10 0,0-4 2 16,0 0 1-16,1-3 4 0,1-1 5 0,-2-12 2 15,0 15 1-15,0-15-16 0,0 0 8 0,0 0-10 16,0 0 2-16,0 0-4 0,0 0-19 15,0 0-14-15,0-17 4 0,0 17-8 0,-2-20 9 16,1 9 6-16,0 2 4 0,1-2-2 0,0 11 9 16,-5-18-4-16,5 18 2 0,-4-15 10 15,4 15-6-15,-1-13 5 0,1 13-2 16,-3-12 7-16,3 12 0 0,3-13-4 0,-3 13 0 16,4-11-4-16,-4 11-6 0,10-13 10 15,-4 6-3-15,3-1-7 0,1 0-19 0,2-1-6 16,-2 1 11-16,3-2-7 0,-2 2 8 15,1 1-3-15,-1 0 11 0,-2 0-4 0,-1 1 7 16,-8 6 4-16,15-9 2 0,-15 9 2 0,10-6 1 16,-10 6 4-16,0 0 9 0,0 0-1 15,0 0 9-15,18 3-3 0,-18-3-2 0,4 9 9 16,-4-9-1-16,4 13-2 0,-4-13 6 0,1 14 2 16,-1-14 4-16,3 20-11 15,-3-20 1-15,1 19-5 0,-1-9 1 0,1 1 1 0,-1-11-8 16,2 17 2-16,-2-17-9 0,2 16 4 15,-2-16-10-15,1 14-1 0,-1-14-15 16,3 11-44-16,-3-11-35 0,0 0-63 0,5 8-54 16,-5-8-100-16,0 0-134 0,5-8-371 15,-5 8 265-15,5-14-63 0</inkml:trace>
  <inkml:trace contextRef="#ctx0" brushRef="#br0" timeOffset="8981.07">5451 9976 712 0,'0'0'433'15,"-3"-11"-66"-15,3 11-33 0,-3-12-38 0,3 12-35 16,-1-13-37-16,1 13-24 0,-2-11-38 0,2 11-18 16,0 0-37-16,-1-11-17 0,1 11-22 15,0 0-11-15,0 0-13 0,0 0-14 0,0 0-5 16,0 0-9-16,0 0 1 0,0 0-3 0,13 7-3 15,-13-7 0-15,5 8-1 0,-5-8 2 16,7 10 0-16,-7-10-4 0,8 7 11 16,-8-7 11-16,0 0 8 0,14 5-6 0,-14-5-1 15,0 0-2-15,21-6 3 0,-21 6-6 16,14-12 3-16,-8 4-5 0,3-3-11 0,-2-1 3 16,-1-1 0-16,-1 0-3 0,0-2-2 15,-1 1-1-15,-3 0-5 0,2 1-2 0,-3 1-3 16,-3 0-6-16,2 1-2 0,-3 3-11 0,4 8-11 15,-10-12-14-15,10 12-19 0,0 0-16 16,-19 0-15-16,19 0-33 0,-14 12-36 0,9-4-44 16,-2 4-49-16,2 1-70 0,0-1-103 0,3 4-266 15,-1-1 224-15,2 0 47 0</inkml:trace>
  <inkml:trace contextRef="#ctx0" brushRef="#br0" timeOffset="9351.33">5679 10061 908 0,'0'0'561'0,"0"0"-84"0,0 0-43 0,21 0-79 16,-21 0-34-16,0 0-32 0,0 0-42 0,14-4-39 15,-14 4-31-15,0 0-30 0,0 0-31 16,0 0-27-16,13-3-25 0,-13 3-13 0,0 0-2 16,0 0 0-16,9-5-14 0,-9 5-7 15,0 0 2-15,0 0-13 0,0 0 3 0,5-9-12 16,-5 9 9-16,0 0-14 0,0 0-2 15,0 0 10-15,5-9-6 0,-5 9-2 16,0 0-1-16,0 0-4 0,0 0 5 0,-5-10 1 16,5 10-4-16,0 0-6 0,0 0 7 0,0 0 3 15,-21 4-10-15,21-4 0 0,-16 10 4 16,7-2 0-16,0 0 6 0,-1 3-4 0,1 1-4 16,1 1-2-16,1 0 7 0,-1 2 4 0,2 1-4 15,-1 2-8-15,3-4 9 0,0 3-3 16,1-1-6-16,2 0-1 0,1-3-2 0,1 0-11 15,5 0-27-15,-1 1-46 0,3-3-43 16,2 0-44-16,3-3-46 0,0-2-43 0,2 0-56 16,-1-4-84-16,-14-2-112 0,33-2-253 0,-14-1 253 15,3-2-24-15</inkml:trace>
  <inkml:trace contextRef="#ctx0" brushRef="#br0" timeOffset="9807.61">6047 10137 957 0,'0'0'364'0,"6"-11"-68"16,-6 11-61-16,0 0-35 0,4-13-26 16,-4 13-26-16,2-9-20 0,-2 9-19 0,2-11-8 15,-2 11-4-15,0-14-13 0,0 14 5 16,-1-14-1-16,1 14-2 0,-4-12-13 0,4 12-15 16,-3-11-8-16,3 11 1 0,-7-10-19 0,7 10-7 15,-7-7 0-15,7 7-9 16,0 0-5-16,-15-3 3 0,15 3-2 0,-16 6 0 15,8-2-10-15,-5 4 4 0,4 1 0 0,0-1 1 16,-2 5-3-16,3-1-4 0,-1 1 3 16,3 0 2-16,-3 0 4 0,4 2-11 0,0-2 11 15,1 0 4-15,0-1-8 0,4-3 8 16,0-9-11-16,-1 17 3 0,1-17 8 0,2 13-4 16,-2-13-2-16,8 6-7 0,-8-6-2 0,0 0-1 15,19-1-1-15,-19 1-1 0,18-11-2 16,-8 4 0-16,0 0 2 0,-1-4-4 15,1 3 9-15,-2-3-10 0,-1 2 12 0,-1 2-9 0,-1-1 8 16,-5 8 0-16,10-11 0 16,-10 11 4-16,5-9-8 0,-5 9 6 0,0 0-11 15,0 0 11-15,0 0-6 0,0 0 5 0,0 0 0 16,4 12-9-16,-4-12 9 0,0 12-4 16,0-12 0-16,4 14-4 0,-4-14-13 0,4 14-10 15,-4-14-33-15,5 10-37 0,-5-10-39 0,9 6-38 16,-9-6-63-16,0 0-82 0,14-4-127 15,-14 4-199-15,15-12 203 0,-7 2 84 0</inkml:trace>
  <inkml:trace contextRef="#ctx0" brushRef="#br0" timeOffset="10047.73">6208 9821 861 0,'1'-26'501'0,"-1"2"-67"16,0 0-49-16,-1 5-60 0,-3 1-39 0,3 1-34 15,-2 2-33-15,1 3-42 0,-1 1-36 0,1 3-29 16,2 8-24-16,-4-9-22 0,4 9-8 15,0 0-11-15,0 0-6 0,-11 12-10 0,9-2-10 16,-2 4 2-16,2 2 4 0,-1 1-7 0,2 7 14 16,-3-1 30-16,3 2-4 0,-1 2 0 15,1-1-24-15,0 1 4 0,1 0-10 0,-2 0-6 16,4 0-7-16,-2-2-10 0,0-2 1 16,0-1-14-16,1-1-35 0,-1-3-38 15,1-2-50-15,1 0-59 0,-2-4-61 0,0-12-61 16,0 18-142-16,0-18-500 0,1 10 293 15,-1-10-170-15</inkml:trace>
  <inkml:trace contextRef="#ctx0" brushRef="#br0" timeOffset="10219.22">6027 10069 808 0,'0'0'331'0,"0"0"-88"16,0 0-60-16,0 0-34 0,6-12-51 15,-6 12-41-15,14-6-45 0,-14 6-50 16,18-9-45-16,-8 4-29 0,3-1-23 0,0-3-32 16,-2 3-62-16,3-1-125 0,2-1 114 15,-1 3 76-15</inkml:trace>
  <inkml:trace contextRef="#ctx0" brushRef="#br0" timeOffset="10423.92">6231 9969 812 0,'12'-4'164'0,"0"1"22"0,-12 3 19 16,19-7 3-16,-19 7-15 0,18-6-22 15,-18 6-11-15,14-3-21 0,-14 3-26 0,0 0-10 16,15-3 6-16,-15 3 10 15,0 0 0-15,0 0-9 0,16 6-4 0,-16-6-21 0,6 8-4 16,-6-8 2-16,4 11-4 0,-4-11-13 16,5 17-8-16,-2-8-8 0,-3-9-18 0,3 21 5 15,1-10-9-15,-1 0-3 0,-1 2-1 0,1-2-6 16,-2 0-4-16,2-1-7 0,-1 0-3 16,-2-10-4-16,4 15-18 0,-4-15-21 15,4 13-37-15,-4-13-45 0,0 0-83 0,1 12-97 16,-1-12-141-16,0 0-352 0,0 0 259 15,0 0-42-15</inkml:trace>
  <inkml:trace contextRef="#ctx0" brushRef="#br0" timeOffset="10748.53">6375 9792 793 0,'-5'-10'498'0,"5"10"-90"16,0 0-59-16,-9-7-30 0,9 7-46 0,0 0-33 15,0 0-38-15,0 0-37 0,0 0-33 16,-13 4-35-16,13-4-11 0,0 0-19 0,0 13-14 16,0-13-11-16,5 9-11 0,-5-9 1 15,9 9-12-15,-9-9 3 0,12 5-7 0,-12-5-7 16,10 5 5-16,-10-5-3 0,0 0-6 0,22-5 4 16,-22 5 1-16,16-8-7 0,-16 8 0 15,13-15 9-15,-7 4 5 0,-1-1-1 0,-1-3-5 16,1 1-5-16,-1-2 2 0,-1-1-4 0,-2 3 1 15,-1-1 0-15,-1 2-7 16,-1 1 4-16,0 2-17 0,-1-1-27 0,-3 4-38 16,6 7-43-16,-13-8-40 0,13 8-19 15,-16 2-24-15,16-2-15 0,-17 12-48 0,8-4-106 16,0 3-362-16,2 2 241 0,0 0 12 0</inkml:trace>
  <inkml:trace contextRef="#ctx0" brushRef="#br0" timeOffset="11119.31">6495 9943 801 0,'0'0'579'0,"20"0"-118"0,-20 0-73 16,0 0-77-16,0 0-52 0,0 0-53 0,0 0-39 16,0 0-29-16,0 0-29 0,8 7-25 15,-8-7-8-15,-4 12-3 0,4-12-5 0,-4 12-11 16,4-12-9-16,-5 13-8 0,5-13-7 0,0 16-13 15,0-16 3-15,3 17-4 0,-3-17 1 16,5 14-8-16,-5-14 8 0,9 12-4 0,-9-12-3 16,11 10-7-16,-11-10-3 0,19 6-11 0,-19-6 5 15,22 0-12-15,-22 0-20 0,23-5-12 16,-9-1 3-16,-2 0 19 0,0-2 1 16,0-3 9-16,-2 0 4 0,-1-1 0 15,-2-1 15-15,0-1 21 0,-3 1 5 0,-3 1 5 16,0 2-2-16,-2-1 1 0,-3 0 3 0,-1 1-7 15,0 2-5-15,-5 1-11 0,0 1-9 16,10 6-1-16,-23-6-3 0,23 6-3 0,-25 1-14 16,25-1-23-16,-20 7-45 0,11 2-55 0,0-3-51 15,1 4-61-15,2-1-49 0,2-1-85 16,4-8-461-16,-5 17 272 0,5-17-88 0</inkml:trace>
  <inkml:trace contextRef="#ctx0" brushRef="#br0" timeOffset="11536.99">6694 9919 976 0,'0'0'553'0,"10"-12"-66"0,-10 12-58 0,6-10-63 15,-6 10-37-15,7-10-58 0,-7 10-54 16,6-8-40-16,-6 8-47 0,0 0-20 0,10-9-33 16,-10 9-19-16,0 0-3 0,0 0 5 0,14 4-22 15,-14-4-6-15,7 9 0 0,-7-9-17 16,5 14-3-16,-1-5 3 0,-2 1-13 0,-2-1 6 15,3 3 3-15,-3-3-3 0,1 2-1 16,-1 0-11-16,0-11 4 0,0 14 4 0,0-14 5 16,0 14-6-16,0-14 4 0,0 11-5 0,0-11 8 15,0 0 2-15,3 12-3 16,-3-12 4-16,0 0-4 0,0 0-9 0,0 0-1 16,11-6 6-16,-11 6 7 0,9-10-1 0,-3 3-8 15,1-1 5-15,-1-1-14 0,2-1 11 16,1 0-6-16,-2 0 4 0,1-1 1 0,-3 3-5 15,4 2 18-15,-4-2 5 0,-5 8-4 0,12-12 17 16,-12 12-8-16,10-10 1 0,-10 10-2 16,9-5-6-16,-9 5 17 0,0 0 0 0,18 4-5 15,-18-4-9-15,16 11-5 0,-7-3-2 0,1 1-10 16,-1 0-1-16,0 1-20 0,-1 0-77 16,1 0-55-16,-3 1-66 0,-2-1-84 15,0-1-105-15,-4-9-205 0,4 17-388 0,-4-17 301 16,1 13-201-16</inkml:trace>
  <inkml:trace contextRef="#ctx0" brushRef="#br0" timeOffset="25447.42">26051 10282 432 0,'0'0'287'0,"0"0"-52"0,0 0-36 0,0 0-31 16,0 0-26-16,0 0-22 0,0 0-6 16,5-6-11-16,-5 6-22 0,0 0-9 0,0 0-12 15,0 0 0-15,0 0-19 0,0 0-2 16,0 0-4-16,0 0-13 0,0 0 2 0,0 0-13 15,4-10 3-15,-4 10-8 0,0 0 12 16,0 0 0-16,0 0 4 0,0 0-3 0,0 0-11 16,0 0 12-16,0 0-8 0,0 0 11 0,0 0-6 15,-3-9-10-15,3 9-3 0,0 0-2 16,0 0 13-16,0 0-11 0,0 0 3 16,-10-6-12-16,10 6 12 0,0 0-9 0,0 0 5 15,-19 0 4-15,19 0-3 0,0 0 7 16,-22 0-10-16,22 0 7 0,-21 2-13 15,21-2 11-15,-31 1-1 0,11 2-8 0,-4-3 9 16,-2 0-3-16,-6 2 16 0,2-1 4 0,-9-1 7 16,-3 2 4-16,-9-2-7 0,-4 0 2 15,0 0-15-15,-1 1 9 0,-3 1-5 0,-3-2-4 16,-1 1-3-16,1 1-9 0,-2-2 7 0,-1 0 0 16,-13 1 0-16,3-1-4 0,-3 0 2 15,3 0-13-15,-7 0 8 0,1-1-7 16,-4-1 6-16,0 1 5 0,-3-2-5 0,-2-2 2 15,-1 4-6-15,-1-4-5 0,-5 3 14 0,1-1-1 16,-2 0 0-16,1 0 2 0,-3 0-6 16,0 0-2-16,-1 0-6 0,2-2 6 0,-2 3 7 15,0 2-4-15,0-3-7 0,3 0 15 0,-2 1-4 16,1 1-11-16,2 1 5 0,2 0-1 16,0 1 0-16,2 1 0 0,1-2 6 0,2 1-6 15,-1 2 4-15,1-1-2 0,0 0-4 16,2 1 9-16,2 0-6 0,0 0-1 0,-1-1 4 15,1 1-2-15,0 0 3 0,3-3-8 16,0 4 5-16,2-1 0 0,-1-2 1 16,0 1-4-16,3-1-8 0,1 1 10 0,2-1-3 15,-2 1 10-15,3-1-9 0,9-1-14 0,-9 2-13 16,9-2-1-16,1 0 11 0,-1 1-1 16,2-1 6-16,-2 0-4 0,2 2 0 0,0-2 17 15,2 1-13-15,-2 1 14 0,4-1-4 16,0 4-6-16,0-3 12 0,3 0-4 0,-1 2 1 15,2 1-9-15,1-1 11 0,-1 0-7 0,3 0 7 16,0-2-1-16,5 3-6 16,-1-1 8-16,3 1-4 0,9-1-6 0,-1-2 9 15,2 2-10-15,8-3 9 0,0 2-1 0,5 0 0 16,2 1-12-16,2-2 7 0,3 0-9 16,16-2-4-16,-25 5 7 0,25-5-16 0,-21 5 3 15,21-5-9-15,-11 5-6 0,11-5-7 16,0 0 10-16,-12 7-20 0,12-7-6 0,0 0-13 15,0 0-15-15,-5 8-6 0,5-8-7 0,0 0 4 16,0 0 11-16,0 0 15 0,0 0 11 16,3 11 11-16,-3-11 13 0,0 0 8 0,0 0 12 15,0 0 21-15,0 0 29 0,0 0 8 16,0 0 3-16,3 8 7 0,-3-8 12 0,0 0 9 16,0 0 2-16,0 0 5 0,0 0-2 0,0 0-10 15,0 0 5-15,0 0-3 16,0 0-15-16,0 0 4 0,0 0-5 0,0 0-3 15,-15 3-16-15,15-3-1 0,0 0-3 0,0 0-8 16,0 0-9-16,0 0 5 0,0 0-9 16,0 0-4-16,-7 7 11 0,7-7-4 0,0 0 19 15,-2 12-18-15,2-12 10 0,-2 15 25 0,-1-4 6 16,-2 3-15-16,3 3 4 0,-2 0-10 16,-1 5 2-16,-2 3 30 0,2 3-6 0,-5 4 8 15,1 4-7-15,0 3 2 0,-4 0 0 16,3 2-5-16,-3 1-5 0,-1 1-6 15,0 3-3-15,-1 0 0 0,1 1-6 0,-5 6 5 0,2 1-3 16,-1 1 15-16,1-1 3 16,1-9-5-16,0 10 4 0,3-8-5 0,0 1-4 15,-1 9 5-15,3-9-8 0,-3 9-9 0,3-7 4 16,1 0-3-16,-1 0-11 0,-1 9 5 16,3-9 0-16,-1 0 0 0,-3 9-3 0,3-1-14 15,-3-7 6-15,2 5-13 0,-3 1 1 16,0-1 13-16,1-7-18 0,2-2 15 0,-1 1-2 15,-2 0 0-15,4-1-3 0,-3 2-2 0,3-3-2 16,-2 1-2-16,1-2 5 0,1 0-13 16,1 0 3-16,-1-1 4 0,2-1-8 0,0-1 8 15,1-1-7-15,-2-1 2 0,2 0-4 16,2-7 8-16,0-1-2 0,0 0 1 16,0 0-7-16,0-3 3 0,0-4-1 0,1-2 5 15,0-1-3-15,0-3-15 0,2-1-35 16,-1-2-17-16,-1-2-33 0,1 0-30 0,-1-1-50 15,0-2-45-15,-3-3-75 0,1 1-116 0,1-1-432 16,5-8 273-16,-18 8-91 0</inkml:trace>
  <inkml:trace contextRef="#ctx0" brushRef="#br0" timeOffset="25982.72">17581 13121 1025 0,'0'0'508'0,"5"-9"-100"0,-5 9-78 15,0 0-79-15,0 0-41 0,8-9-24 16,-8 9-22-16,0 0-28 0,0 0-23 0,11-3-27 16,-11 3-14-16,0 0 6 0,0 0-18 0,13 3-3 15,-13-3 8-15,8 7-4 0,-8-7-1 16,11 14 3-16,-6-4 4 0,3 0-1 0,-3 3-14 15,4 0-2-15,-3 0-2 0,2 1-4 0,-2 1 0 16,2 0 4-16,1-1 3 16,-3 1 2-16,3-2-8 0,0 1 15 0,0-1 5 0,0-1 0 15,0-2-8-15,1 0-2 16,-1 1 3-16,1-4 4 0,0-1 14 0,1 0 1 16,0-3 0-16,-11-3-9 0,27 4-12 0,-10-5-9 15,2-3-9-15,4-1-5 0,6-3-8 16,0-3-4-16,10-3-5 0,1-5-4 0,3-1-4 15,7-2-2-15,0-2-9 0,-8 2-24 0,-1 3-36 16,-4 1-52-16,-4 2-43 0,-6 4-51 16,0-1-50-16,-7 4-66 0,-2 2-115 0,-3 1-169 15,-15 6-412-15,21-6 305 0,-21 6-221 16</inkml:trace>
  <inkml:trace contextRef="#ctx0" brushRef="#br0" timeOffset="27459.9">14225 15191 654 0,'-8'11'280'0,"8"-11"-57"16,-6 8-27-16,6-8-24 0,0 0-12 0,-8 8-12 15,8-8-10-15,0 0 15 0,-5 7-11 16,5-7 1-16,0 0 0 0,0 0 3 0,0 0-16 16,0 0-15-16,0 0-22 0,0 0-2 15,-10-3-10-15,10 3-2 0,-3-14-5 0,2 4-5 16,1-4 6-16,-1-1-15 0,1-4-3 0,0-4-11 16,1-6-18-16,3-4-3 0,1-9-5 15,0-2-1-15,4-2-6 0,1-4-2 16,3-9-6-16,0 0 2 0,2 1-3 0,3 1 1 15,-4 0-3-15,0 12 14 0,0 2 1 16,-1 2-15-16,1 4 10 0,-4 7-7 0,-1 2 1 16,1 6 7-16,-5 3-10 0,2 5-3 15,-2-2 3-15,0 7-2 0,-5 9 4 0,9-11-3 16,-9 11-3-16,0 0-7 0,10 12 10 0,-6-1-7 16,0 4 6-16,-2 5-1 0,3 3 2 15,-1 9-3-15,-1 1-5 0,-1 3 6 0,0 1-2 16,-1 0 2-16,0 0-1 0,-1 0 0 15,1-4 2-15,-1-3-4 0,3-4 8 16,-2-1-8-16,-1-6-2 0,3-1 6 0,-3-1-6 16,1-4 1-16,-1-1 4 0,4-4 1 15,-4-8-1-15,7 9 8 0,-7-9-4 0,0 0-8 16,17-10 2-16,-6-1-4 0,1-3 3 0,-2-5-6 16,7-5 2-16,0-6-10 0,2-3 5 15,2 0 7-15,-3-2-8 0,2 3 11 0,2-2-1 16,-4 6 2-16,-1 3 4 0,-3 1 3 15,1 5 3-15,-5 2-1 0,-1 3 5 0,0 1 5 16,-3 3-14-16,2 3 7 0,-8 7 4 0,10-9 7 16,-10 9 16-16,0 0-9 0,13 7 15 15,-10 3-4-15,-2 2 3 0,-1 3-6 16,0 3 3-16,-3 4 10 0,2 3-12 0,-3 3-5 16,0 3-3-16,-2 1-10 0,1 3 9 15,-3 3-5-15,-1 2-11 0,0-1-17 0,0 0 14 16,3-8-9-16,-2 1-6 0,2-2-48 15,0-3-49-15,2-4-49 0,0-1-38 0,1-3-47 16,2-3-94-16,0-4-152 0,1-1-418 0,0-11 283 16,-1 14-129-16</inkml:trace>
  <inkml:trace contextRef="#ctx0" brushRef="#br0" timeOffset="27879.61">14809 14879 848 0,'0'0'538'0,"0"0"-115"0,5-11-75 0,-5 11-77 16,0 0-61-16,0 0-49 0,0 0-27 15,8-5-28-15,-8 5-17 0,0 0-19 0,0 0-19 16,15 3-3-16,-15-3-7 0,0 0-4 16,18 5-8-16,-18-5-3 0,18 3-7 0,-18-3-3 15,20 0-3-15,-20 0-2 0,26-3 2 0,-11-2-12 16,1 1 7-16,3-4-1 15,1-3-1-15,-1 1-1 0,3-5-6 0,-3-1 2 16,-1-2-6-16,0 2 2 0,-4-1 1 0,-3 1 3 16,-2 3-2-16,-4 0 2 0,0 1-4 15,-2 4 5-15,-3 8-2 0,-4-12 1 0,4 12 5 16,-11-5 2-16,11 5 2 0,-22 7 20 16,9-1 1-16,-5 5 12 0,-1 1 8 0,-3 4 10 15,2 1 9-15,-3 3-11 0,5 2-16 0,-1-1-2 16,2 1-6-16,2 0 1 0,2 2-13 15,3-3-4-15,5-1-2 0,0 1 0 0,5-3-12 16,0-1 5-16,4 0-10 0,1-1 0 16,6 0-15-16,1-2-30 0,3-1-48 0,3-3-34 15,1-1-38-15,3-2-31 0,-2-4-30 16,6 0-52-16,-2-3-93 0,0-6-456 16,-1-1 268-16,5-5-73 0</inkml:trace>
  <inkml:trace contextRef="#ctx0" brushRef="#br0" timeOffset="28649.52">15481 14291 1107 0,'2'-17'416'0,"-1"5"-38"0,0 1-32 0,0 0-53 0,1 0-45 15,-2 11-34-15,2-17-44 0,-2 17-38 16,3-13-21-16,-3 13-15 0,0 0 1 15,5-8-12-15,-5 8-14 0,7 6-10 0,-3 2-11 16,-1 3-9-16,-2 5-5 0,2 1 19 16,-2 7 9-16,-1 2 11 0,-1 8 11 0,-2 2 5 15,-1 7-10-15,-2 2-2 0,4 0-14 0,-4 0-1 16,3 1-13-16,-3 0-5 0,4-5-11 16,-2 1-4-16,-1-7-1 0,3-2-9 0,-1-2 1 15,0-6-9-15,1 0 3 0,1-8-7 16,-1 1-5-16,1-2 11 0,0-3-7 15,1-1-1-15,-2-2-1 0,2-10-8 0,0 12-27 0,0-12-23 16,0 0-33-16,0 0-12 16,6-8-20-16,-4-1-3 0,-1-2-13 0,-1-1 10 15,2-1 20-15,-5 1 23 0,2-2 9 0,-3 4 20 16,-1-2 8-16,-4 2 9 0,-1 2 3 16,-2 1 13-16,-2 3-3 0,14 4 12 0,-27-2-4 15,8 3 9-15,0 2 2 0,-3 2 9 16,2 4 0-16,1-1 6 0,1 1-5 0,-1 3 5 15,4 1-5-15,-1 1 4 0,6 0-3 0,0-1-3 16,2 1 4-16,3-1 1 0,5-1-6 16,0-1-4-16,4 2 1 0,1-1 2 15,5-1-12-15,-1-1-17 0,4-1-21 0,5 0-17 16,0-3-15-16,0-2-5 0,3-2-11 16,2-2-20-16,3 0-3 0,3-5-16 0,3 0 12 15,-1-3 2-15,-1-2 14 0,0-2 29 16,-4 1 16-16,0-3 27 0,-6 2 15 0,-3 1 24 15,-1-2 21-15,-1 2 1 0,-2-1 19 0,-2-1 10 16,-2 4 14-16,-2-1 11 0,1-1 6 16,-3 2 6-16,0 0 1 0,0-2 5 0,-1 4 4 15,1-2-1-15,-5 9 4 0,6-15 1 0,-6 15-7 16,7-13-2-16,-7 13-19 0,5-10-14 16,-5 10 0-16,4-9-23 0,-4 9-5 15,0 0-10-15,5-8-1 0,-5 8 19 16,0 0-3-16,0 0 8 0,9 7-13 0,-9-7 7 15,2 10-16-15,-2-10-8 0,4 19-1 0,-4-9-3 16,0 3-6-16,3-1-1 0,-3 4-7 16,1 2 5-16,-1-1-8 0,0 1-9 0,0 0-28 15,0-1-28-15,0-3-36 0,0 1-32 0,0-4-19 16,-1 0-21-16,1-11-20 0,0 18-51 16,0-18-70-16,0 0-119 0,2 10-407 0,-2-10 271 15,0 0-85-15</inkml:trace>
  <inkml:trace contextRef="#ctx0" brushRef="#br0" timeOffset="29051.7">15738 14551 544 0,'1'-12'406'0,"-1"12"-58"0,1-10-49 16,-1 10-55-16,0 0-44 0,3-11-45 0,-3 11-25 16,0 0-30-16,0 0-26 0,0 0-9 15,0 0-10-15,-14 6-1 0,6 2-14 16,3 1 5-16,-1 2-1 0,-1 1 0 0,3 1-6 16,-2 0-1-16,1-1-5 0,1 0 6 0,4 1-3 15,-1-3-1-15,2 0 6 0,3-1 7 16,-4-9 4-16,10 13 3 0,-10-13 1 0,12 6-11 15,-12-6-3-15,20-3-4 0,-20 3-2 16,22-14-1-16,-9 5-2 0,1-4-8 0,0-2 1 16,-3-2-6-16,3-1-3 0,-5-2-4 0,1 1-1 15,-1 0 16-15,-4 3-7 16,-1 1-7-16,-3 2-3 0,-1 1-15 0,-1 1-15 16,-3 3-27-16,-1 1-27 0,5 7-26 0,-18-7-25 15,18 7-45-15,-20 2-35 0,7 3-51 16,3 3-33-16,-3 3-43 0,3 1-327 0,0 1 209 15,4 1 75-15</inkml:trace>
  <inkml:trace contextRef="#ctx0" brushRef="#br0" timeOffset="29666.81">16036 14739 752 0,'0'0'463'0,"0"0"-112"0,17-2-74 15,-17 2-50-15,0 0-33 16,0 0-33-16,0 0-18 0,0 0-15 0,16-1-17 16,-16 1-18-16,0 0-13 0,0 0-19 15,0 0-7-15,0 0-11 0,0 0-1 0,0 0 3 16,17 1 0-16,-17-1 3 0,0 0-6 0,0 0-1 16,0 0-7-16,18-1-6 0,-18 1-4 15,0 0-3-15,11-4-6 0,-11 4-3 0,10-5-1 16,-10 5 3-16,8-6 11 0,-8 6 11 15,0 0 4-15,9-9-3 0,-9 9-1 0,0 0-7 16,0 0-11-16,0 0 0 0,0 0-3 0,0 0-5 16,-18 4-1-16,9 4 16 0,0 2-6 15,-1-1-6-15,-2 6 2 0,1 0-2 0,-3 1-1 16,4 2-3-16,1 1-11 0,0 0 7 16,0 1-1-16,3-1 4 0,2-1-1 15,0-1-10-15,3 0 2 0,1-3-5 0,2 2-7 16,4-3-9-16,0-1-27 0,4-1-31 15,-1-2-19-15,4-2-24 0,2-3-33 0,-15-4-19 16,27 4-10-16,-27-4 6 0,29-5 38 0,-12-1 15 16,1-4 31-16,-3-1 36 0,3-1 30 15,-4-2 29-15,1-2 30 0,-1 0 39 0,0-1 21 16,-2 0 20-16,-3 2 25 0,-2 2 17 0,1 0-2 16,-4 0-1-16,1 3 17 15,-1 1 0-15,-2 0-3 0,-2 9-36 0,8-16-17 16,-8 16-31-16,2-11-18 0,-2 11-1 15,0 0-8-15,0 0-3 0,0 0 1 0,0 0 6 16,0 0 3-16,0 0 0 0,9 11-5 0,-9-11-8 16,2 14-9-16,-2-14-6 0,1 19-3 15,-1-8-4-15,1 3 3 0,1 1-13 0,0 1-7 16,-1-1-20-16,2 1-46 0,0 0-59 0,-1-4-61 16,-1-1-39-16,2 0-29 0,-3-11-27 15,2 17-23-15,-2-17-94 0,0 0-137 16,2 11-265-16,-2-11 258 0,0 0-42 15</inkml:trace>
  <inkml:trace contextRef="#ctx0" brushRef="#br0" timeOffset="30040.7">16317 14412 1036 0,'0'-10'352'16,"0"10"-81"-16,0 0-68 0,-3-12-30 16,3 12-23-16,0 0-19 0,0 0-23 15,0 0 0-15,-5 7-18 0,5-7-13 0,-7 15-7 16,4-5-11-16,-1 1 4 0,3 0-5 16,-2 2-2-16,2-1-6 0,0 1-6 0,1-2-10 15,0 1 7-15,1-1-4 0,0-1 10 0,3-2 5 16,-4-8 8-16,9 13 2 0,-9-13-13 15,14 2-10-15,-14-2-6 0,18-4-1 0,-5-2 4 16,-2-4-4-16,3-1-10 0,0-4-4 16,0-1-2-16,3-3-1 0,-3-2-7 0,0 1-3 15,-5-1 16-15,1 2-11 0,-2 1-2 0,-3 1-10 16,-4 4-38-16,1 1-37 16,-4 1-41-16,-3 4-41 0,5 7-31 0,-18-7-20 15,18 7-17-15,-24 6-23 0,9 0-60 0,-1 5-385 16,1 3 224-16,1 0 45 0</inkml:trace>
  <inkml:trace contextRef="#ctx0" brushRef="#br0" timeOffset="30546.57">16511 14724 884 0,'0'0'531'0,"0"0"-97"0,0 0-59 15,0 0-71-15,11-5-54 0,-11 5-41 0,0 0-35 16,0 0-32-16,0 0-27 16,0 0-25-16,0 0-12 0,0 0 4 0,18 4-25 15,-18-4-6-15,8 10-11 0,-8-10-7 0,6 16-3 16,-3-5-11-16,-2 1-1 0,0 1 6 16,0 4-16-16,-1-1 1 0,0 4-1 0,0 0 0 15,0-1 3-15,0 3-2 0,-1 1-7 16,1-4 4-16,0 2 1 0,-1-1-2 0,0-3-11 15,-1-3 6-15,2 0-5 0,-1-2 4 0,1-2 5 16,0-10-2-16,-2 15 4 0,2-15-11 16,0 0 8-16,0 0-10 0,0 0 9 15,0 0-4-15,0 0-4 0,0 0 12 16,-2-17-10-16,6 5 4 0,0-1-6 0,-2-2 1 16,5-1 3-16,-1-3 2 0,2 2-4 0,2-1-4 15,-2 3 7-15,1 1 2 0,0 0-7 16,0 1 7-16,2 3 5 0,0-2 3 0,0 1 5 15,0 3 15-15,2 1-2 0,-1 0-1 0,-2 2 0 16,-10 5 2-16,19-7-12 0,-19 7 2 16,0 0 6-16,21 0-12 0,-21 0-2 0,9 9 1 15,-5-1 0-15,-4-8-4 0,4 19-12 16,-4-6 6-16,-1 1 6 0,-2-1-18 0,2 3-21 16,0 0-38-16,-2-1-44 0,1 2-4 15,0-2-23-15,1-1-60 0,1-3-61 16,0 2-59-16,0-13-76 0,0 15-418 0,0-15 264 15,0 0-62-15</inkml:trace>
  <inkml:trace contextRef="#ctx0" brushRef="#br0" timeOffset="30947.08">16854 14897 804 0,'9'-14'439'0,"-9"14"-102"0,5-11-62 0,-5 11-61 15,5-7-46-15,-5 7-28 0,0 0-11 16,0 0-12-16,0 0 2 0,0 0-18 15,0 0-17-15,0 0-12 0,16 1-10 0,-16-1-4 16,0 0-6-16,8 6-1 0,-8-6-3 16,0 0-2-16,16 7-5 0,-16-7-5 0,0 0 1 15,21-2 10-15,-21 2 17 0,22-6-11 16,-11 0-6-16,2-1-10 0,3 1-6 0,-4-5-7 16,6 0 3-16,-2-3-7 0,0-1-10 15,-2-1-3-15,0 1 2 0,-2-1-7 0,-1-2 5 16,-5 5-4-16,0 0 0 0,-4 2-1 0,-2 11-1 15,-6-14-2-15,6 14 8 0,-18-6-1 16,18 6 10-16,-29 5 15 0,8 2 18 16,-2 1 11-16,-4 5 21 0,1 2-1 0,-5 4 24 15,2 1 10-15,2 3-11 0,5-5-1 16,-1 2-11-16,4 0-11 0,4-1-6 0,2-1-4 16,3 0-9-16,2-2-10 0,4 0-9 15,3-3-5-15,2-1-7 0,4 0-9 0,4-1-22 16,4-3-59-16,5 1-69 0,2-3-79 0,2-1-64 15,2-2-84-15,-1-3-115 0,4-4-669 16,2-4 349-16,2-3-313 0</inkml:trace>
  <inkml:trace contextRef="#ctx0" brushRef="#br0" timeOffset="31646.74">17752 14412 758 0,'-1'-16'541'0,"1"16"-87"0,1-16-55 15,-1 16-51-15,0-15-49 0,0 15-31 0,6-13-47 16,-6 13-49-16,4-11-28 0,-4 11-30 16,0 0-6-16,0 0-20 0,0 0 5 15,0 0 7-15,10 15-20 0,-10-2 7 0,-1 4 1 16,-1 7 9-16,-2 2-6 0,-1 6 5 15,-3 2-9-15,2 5-3 0,-2 3-13 0,-1 2-17 16,-1-2-8-16,0 1-10 0,2-1-1 0,-1-1-5 16,1-3-6-16,3-5-7 0,1-2-4 15,2-6-1-15,-2-1-20 0,1-5-50 0,2-1-44 16,-4-2-42-16,5-2-39 0,0-1-43 16,0-13-68-16,0 15-96 0,0-15-158 0,0 0-452 15,0 0 302-15,0 0-205 0</inkml:trace>
  <inkml:trace contextRef="#ctx0" brushRef="#br0" timeOffset="32275.15">17687 14383 1038 0,'0'-15'437'0,"0"-1"-58"0,0-2-32 16,4 0-58-16,1-1-28 0,1-1-35 16,3 0-41-16,0 0-34 0,3 3-23 0,0 0-36 15,4 1-12-15,0 3-28 0,3 1 1 16,3 2-24-16,-3 2 2 0,4 3-14 0,-5 0-4 15,2 4-1-15,1 2-20 0,-3 4 0 0,2 0 8 16,-1 6-8-16,-5 0 1 0,1 6-1 16,-2 1 0-16,-4 2-4 0,0 3 3 0,-5-1 1 15,-3 5 7-15,-1-2 0 0,-5 6 0 16,-4 0-1-16,0 0 1 0,-5 1-2 0,0-4 5 16,-1-2 0-16,-3-2-3 0,0-2-1 15,2-1 2-15,-3-5-2 0,3-3 10 16,2 0-4-16,3-5 0 0,-1 0 1 0,2-1-3 15,10-7-3-15,-12 8-6 0,12-8 0 0,0 0-3 16,0 0 1-16,0 0-5 0,6-8-8 16,-6 8-5-16,20-14-10 0,-7 7 2 0,3-1 5 15,1 1 5-15,-1 3 5 0,4-1 14 16,0 4 11-16,0-1 4 0,0 4 6 0,-1-1-5 16,-3 5-1-16,2 3-5 0,-3 3 4 15,-3 2 1-15,-2 2 18 0,-1 1-2 0,-5 2 0 16,-3 0-5-16,-1 1 2 0,-1 4-4 15,-4 0-5-15,-5 2-7 0,-2 0 11 0,-2-1-1 16,-3-1 6-16,-4 1 0 0,1-4 5 16,-1-2 3-16,-4-2-5 0,-1-2-5 0,-1-1-8 15,1-3-2-15,-1-2-2 0,1-1-2 16,2-5-29-16,-2 0-46 0,5-3-52 0,0-1-58 16,2-3-75-16,2 0-77 0,2-3-118 0,2-2-349 15,5 0 260-15,3-1-46 0</inkml:trace>
  <inkml:trace contextRef="#ctx0" brushRef="#br0" timeOffset="32760.08">18183 14748 679 0,'0'0'364'16,"13"-14"-46"-16,-13 14-47 0,11-12-8 0,-11 12-30 16,8-11-27-16,-8 11-21 0,6-9-15 15,-6 9-12-15,4-9-21 0,-4 9-24 0,0 0-25 16,0 0-17-16,0 0-12 0,0 0-14 16,0 0 13-16,0 0-4 0,-10 14 1 15,5-5-11-15,0 4 15 0,-2-1-6 0,1 8-13 16,-3-2-10-16,4 2 3 0,-1 2-16 0,-1 0 19 15,5 0-5-15,-1-4-10 0,3 1 6 16,0 0-13-16,1-3 5 0,3-1-12 0,1-1 8 16,3-1-12-16,2-4 8 0,-1 0-5 15,4-4-13-15,-13-5-5 0,28 2-3 0,-12-5 0 16,4-5 0-16,0-1 0 0,3-4 2 0,-1-4 0 16,-2-2 1-16,1-3 6 15,-5-2 0-15,-1-1-3 0,-3 1 9 0,-2-1-1 0,-5 3 5 16,-4 3 1-16,-2 0-1 0,-3 3-5 15,-4-2 5-15,-3 4-4 0,-2 0 3 16,1 6-4-16,-4 0-5 0,1 5 4 0,15 3 5 16,-29-2-11-16,12 5 1 0,-1 2-14 15,4 1-21-15,-3 1-32 0,1 4-34 0,2-3-45 16,0 3-66-16,3 1-61 0,2-1-124 0,1-2-402 16,1 1 260-16,3-1-52 0</inkml:trace>
  <inkml:trace contextRef="#ctx0" brushRef="#br0" timeOffset="33059.11">18672 14680 917 0,'12'-8'555'0,"1"1"-118"0,-2 0-78 15,2 1-81-15,0-2-58 0,-3 4-42 0,2-2-39 16,-3 2-28-16,-9 4-19 0,15-6-16 15,-15 6-8-15,0 0-3 0,0 0-4 0,14 3-15 16,-14-3-2-16,-1 13-11 0,-3-4-5 0,0 3 1 16,-5 2 31-16,-1 2 0 0,-4 5-5 15,-2 2 2-15,-5 4-18 0,-2 2-7 0,0 2 7 16,-2-1-18-16,-1 1-1 16,-1 2 1-16,0-2-15 0,2-1-11 0,0-3-29 15,3-1-28-15,5-5-29 0,-2-1-14 0,5-4-5 16,0-2-39-16,4-3-47 0,0-1-77 15,1-2-113-15,9-8-476 0,-12 6 275 0,12-6-98 16</inkml:trace>
  <inkml:trace contextRef="#ctx0" brushRef="#br0" timeOffset="33337.08">18479 14739 1187 0,'3'-10'450'0,"-3"10"-65"16,6-17-58-16,-1 9-63 16,1 0-37-16,2 1-33 0,1-2-29 0,1 3-23 15,0 1-25-15,-10 5-15 0,23-7-2 0,-23 7-26 16,24-3-9-16,-24 3-10 0,24 7-13 16,-12-1-10-16,1 2-5 0,-3 3-9 0,3 0-1 15,-3 3-5-15,2 3-5 0,-1-1-1 16,-2 5-3-16,2-1 4 0,2 4-6 0,-2 0-26 15,1 1-43-15,0 0-48 0,-6-5-37 0,4 1-68 16,-2-3-74-16,-2-4-142 0,1-1-417 16,-4-3 273-16,0-3-94 0</inkml:trace>
  <inkml:trace contextRef="#ctx0" brushRef="#br0" timeOffset="35986.71">12568 13902 701 0,'0'-11'337'0,"1"-2"-31"0,2 1-48 0,-2 2-21 15,-1 0-41-15,3-2-15 0,-2 2-22 0,2 0-33 16,0 1-12-16,-3 9-20 0,5-16-15 16,-5 16-15-16,8-13-7 0,-8 13-8 0,0 0-2 15,0 0 1-15,12 13-4 0,-10 3-4 16,-2 6 7-16,2 10-2 0,-2 8 23 16,-2 13 33-16,1 14-13 0,-3 5-3 0,3 9-4 15,-2 7-10-15,-2 4-18 0,1 24-13 16,-1-1 10-16,1 4-10 0,-2 1-17 0,2-1-8 15,-1 1-1-15,1-4-1 0,3-16 6 0,-3 16-14 16,0-18 1-16,0 1-7 0,1-3-46 16,1-5-59-16,4-3-64 0,-1-5-79 0,-1-7-125 15,2-7-582-15,-2-14 293 0,0-6-171 16</inkml:trace>
  <inkml:trace contextRef="#ctx0" brushRef="#br0" timeOffset="36814.4">12261 13659 563 0,'0'0'265'0,"0"0"-43"0,0 0-35 16,0 0-39-16,0 0-24 0,0 0-24 0,11-4-16 15,-11 4-13-15,23-2-14 0,-23 2-4 16,35-3-11-16,-10 2-2 0,3-1-3 0,8-1 6 16,3 0-13-16,10 2 2 0,2-3 4 0,1 2-18 15,7 0 3-15,2-3-1 0,14 5-10 16,4-3 5-16,7 1-11 0,3 1 8 16,8-1-14-16,4 4 7 0,6-2 2 0,5 1-1 0,26-1-13 15,7 2 10-15,3 1-7 0,5-2-1 16,2 3 16-16,5-3-9 0,5-1 3 15,5 0 19-15,-1 0 11 0,6 1 12 0,5-2 12 16,4 1 12-16,0-3-5 0,4 0 16 16,2-2-7-16,0 2-15 0,-1 0 2 0,2-1-5 15,3 0-9-15,-5 1-4 0,0 0-13 16,0-2-2-16,2 2-9 0,-5 0-8 0,2 3-4 16,-2 0 5-16,0-1-4 0,-1 1-9 0,-5 0-1 15,1 1-3-15,-5 2-16 0,-2 0-36 16,-5 2-30-16,-2 1-54 0,-5 0-72 0,-5-2-84 15,-4-3-433-15,-3 2 239 0,-9-3 18 16</inkml:trace>
  <inkml:trace contextRef="#ctx0" brushRef="#br0" timeOffset="37492.84">20862 13691 561 0,'-1'16'297'0,"-2"1"-29"0,3 3-53 0,-2 5-30 16,0 1-20-16,1 6-36 0,-2 3-3 15,2 2-13-15,-1 7-20 0,0 3 11 0,0 2-1 16,-1-1-12-16,-1 4-7 0,3 0-8 16,-3 4-4-16,1 11-6 0,0-12-8 15,-1 11-9-15,0 0-3 0,-1-1 1 0,1 2-7 0,-1-3 5 16,0 3 16-16,-3-1 4 16,2 0 12-16,1 0 0 0,0 1-17 0,-1-3-6 15,-1 1-12-15,3-11-6 0,0 2-5 0,1 9-4 16,-3-11-2-16,2 0-9 0,2-1-6 15,-2 1 1-15,1-3-3 0,0 0 0 0,-1-1-5 16,2-3-11-16,-1-3 4 0,2-5-24 16,-2-2-40-16,2-4-48 0,-3-2-56 0,3-3-37 15,0-3-61-15,-2-3-70 0,2-4-430 0,-2-1 250 16,2-2-18-16</inkml:trace>
  <inkml:trace contextRef="#ctx0" brushRef="#br0" timeOffset="38192.95">20247 16209 330 0,'-45'7'247'16,"-3"0"-35"-16,1-1-16 0,-3 1-25 0,-2-1-11 15,-2 0-22-15,-2 0-14 0,-4 1-18 16,-9 0 0-16,0 0-5 0,-2-1-17 0,-2 0 7 15,-2 1-1-15,-2 0-6 0,0-3-17 16,-3 1-13-16,-1-2 5 0,-1 2-7 0,-5-2-2 16,2 0-10-16,-6 2 4 0,1-4-12 15,-2 3-3-15,0-1 1 0,-2 0-11 16,-1 0 7-16,1 0-2 0,-2-1-9 0,-2 1 0 16,0 0 7-16,1-2-1 0,1 3-5 0,-1-1-1 15,0 2 13-15,0-4-8 0,0 1-10 16,1 1 0-16,1 0 0 0,-2 0-2 0,2-2-2 15,-2 3-4-15,0-1 6 0,1 0-1 16,0 0-5-16,-2 2 2 0,2-4-4 0,2 2 0 16,-2 0-4-16,2-2 2 0,0 2 3 0,0 0-3 15,1-3 0-15,0 3 0 0,0-3 2 16,1 2 0-16,-1-1-1 0,3 1-5 0,-1-1 3 16,0 1 6-16,1-2-2 0,-1 3-7 15,3-2 6-15,1 2 0 0,-2-2-6 16,1 2 4-16,1 0 1 0,-1-1-6 0,3 1 7 15,2-2 7-15,-4 1-11 0,4 1 7 16,1-1-1-16,0-1-9 0,0 0 4 0,4-1 5 16,-1 2 3-16,1-2-6 0,2 1-4 0,-2 0 9 15,12-1 0-15,-11 0-4 0,12 0 1 16,-11 0 2-16,0 2-3 0,1 1-1 0,11-2-2 16,2 1-3-16,-2 1-3 0,2-1-22 15,0 2-21-15,1-3-9 0,4 2-17 0,-2 0-16 16,5 0-27-16,2 0-26 0,3-3-41 15,8 0-46-15,1 0-85 0,3-3-186 0,6 1 155 16,2-2 193-16</inkml:trace>
  <inkml:trace contextRef="#ctx0" brushRef="#br0" timeOffset="43120.26">25047 13112 996 0,'0'0'418'0,"1"-13"-68"16,-1 13-53-16,3-10-54 0,-3 10-54 0,6-11-33 15,-6 11-29-15,0 0-20 0,9-6-7 16,-9 6-15-16,8 6-7 0,-5 2-4 16,0 3-10-16,2 8-4 0,-3 4-16 0,0 3-6 15,-2 7-11-15,0 3-5 0,-1 8-8 16,-2 3 11-16,-3 0-11 0,2-1-3 0,-1 1 0 15,-1 0-2-15,1-3-6 0,-3-3 0 16,2-5 3-16,0-4-10 0,1-2-3 0,0-6-5 16,0-2-8-16,-2-1-32 0,0-3-32 0,3-4-45 15,-1 0-57-15,1-3-115 0,4-11-152 16,-10 14-286-16,10-14 242 0,0 0 11 0</inkml:trace>
  <inkml:trace contextRef="#ctx0" brushRef="#br0" timeOffset="43445.4">25052 13200 727 0,'13'-23'424'0,"1"1"-97"0,1 1-64 16,2 2-41-16,3 0-41 0,1 1-41 15,1 2-32-15,2 1-23 0,1 4-20 0,-1-1-18 16,-1 4-2-16,0 3-9 0,-2 2-8 0,-1 0-5 15,-2 3-14-15,1 1 4 0,-2 2-8 16,-1 3 0-16,-2 1 4 0,-1 2 0 0,-4 3-12 16,-3 3-1-16,0-1 11 15,-3 4-11-15,-3 0 3 0,-3-1 7 0,0 5 2 16,-5-1 1-16,1 1-9 0,-2 0 8 0,-4 2 1 16,0-2-9-16,-2 0 1 0,3-5 8 15,-3 1-8-15,2-2 3 0,3-3 3 0,-3-2-5 16,2-1-2-16,-2-3-38 0,2-2-44 15,-1 1-52-15,12-6-61 0,-24 2-75 0,24-2-397 16,-24-5 212-16,12-1 67 0</inkml:trace>
  <inkml:trace contextRef="#ctx0" brushRef="#br0" timeOffset="43808.67">25672 12877 954 0,'13'-15'437'0,"-3"5"-89"16,0-1-36-16,-1 0-45 0,-2 2-42 16,-1 2-38-16,2-1-24 0,-8 8-30 0,10-13-23 15,-10 13-26-15,8-9-13 0,-8 9-14 0,0 0-9 16,0 0 2-16,7 9-12 0,-7-9-15 15,-1 21-6-15,1-7 3 0,-3 5-5 0,2 3 13 16,-1 5 7-16,-1 6 5 16,-1 3-10-16,0 5-5 0,0 3-2 0,-1-1-6 15,-1 1-4-15,2 1 6 0,-2-2-12 0,1-2 4 16,0-5-8-16,1-2 10 0,-2-1-11 16,0-1 6-16,2-4-13 0,-1-4 1 0,0 0 5 15,1-3-18-15,-1 0-37 0,2-4-34 16,0-3-41-16,-1 0-55 0,0-1-69 0,2-3-104 15,-1 0-507-15,-1-2 276 0,4-8-102 0</inkml:trace>
  <inkml:trace contextRef="#ctx0" brushRef="#br0" timeOffset="44106.72">25710 13465 1107 0,'9'-15'422'0,"2"-2"-61"16,1 0-53-16,1 0-53 0,1 1-57 16,-2-1-31-16,3 1-31 0,-1 0-33 0,0 4-22 15,-1-2-16-15,0 5-16 16,-1-1-7-16,-2 2-10 0,1 0-6 0,-11 8-3 16,17-8-9-16,-17 8-4 0,0 0-4 0,23 1 6 15,-23-1-4-15,12 12-4 0,-7-3-1 16,0 3 0-16,0 1-5 0,-1 2 5 0,-3 4-2 15,1-1-4-15,-1 1 7 0,-1 2-7 16,0 0-8-16,-3 1-31 0,2 0-38 0,-3-1-48 16,-1 1-46-16,1-6-51 0,1 1-68 0,-1-3-102 15,1-2-264-15,-1-2 209 0,4-10 73 16</inkml:trace>
  <inkml:trace contextRef="#ctx0" brushRef="#br0" timeOffset="44486.61">26078 13390 879 0,'0'0'384'0,"1"-11"-94"16,-1 11-60-16,0 0-43 0,0 0-43 0,0 0-21 16,0 0-34-16,0 0-12 0,-8 10-18 15,8-10-12-15,-2 12-7 0,2-12-8 0,-3 13-9 16,3-13 0-16,2 15-12 0,-2-15-3 0,5 18 12 15,-3-10 10-15,3 2-2 0,0-2 4 16,2 1-2-16,1-2-4 0,0 0 1 0,3-1-5 16,-11-6-7-16,25 7 1 0,-25-7-4 15,28 0-6-15,-10-3 2 0,1-3-9 16,0-1 8-16,1-3-18 0,-1-2 5 0,0-1 0 16,-3-1-1-16,-3-1 6 0,2 0-9 15,-6-2 10-15,0 4 1 0,-4 0-5 0,-3 1 2 16,-2 0-4-16,-4 2 1 0,-2 0-2 0,-1 1 10 15,-3 2-12-15,-3-1 11 0,0 4-5 16,-1 1 4-16,14 3-8 0,-28-5 10 0,28 5-9 16,-28 2-21-16,28-2-34 0,-27 4-52 15,27-4-79-15,-23 8-108 0,23-8-381 0,-16 7 218 16,16-7 57-16</inkml:trace>
  <inkml:trace contextRef="#ctx0" brushRef="#br0" timeOffset="45210.86">26436 13197 698 0,'9'-13'504'16,"-9"13"-105"-16,7-8-79 0,-7 8-63 16,0 0-53-16,9-11-50 0,-9 11-32 0,0 0-24 15,11-6-18-15,-11 6-16 0,0 0-15 0,0 0-8 16,18 5-11-16,-18-5-4 15,8 11-4-15,-8-11-8 0,8 15-3 0,-4-4-2 0,-3 2 1 16,3-2-5-16,-2 3 1 0,-1-2 0 16,-1 3-1-16,0 2 1 0,-1-1-2 15,-2 0 1-15,-1 2-6 0,0-4 4 0,-2 1 14 16,2 0-8-16,-1-3 1 0,1-2 0 16,-1 0 1-16,1-3-3 0,4-7-7 0,-6 13 4 15,6-13-15-15,0 0-3 0,0 0-6 0,0 0 2 16,0 0-5-16,0 0 7 0,-4-10 3 15,10 2 2-15,0-4-4 0,1 0 4 0,2-3 2 16,3-2 7-16,-1-1 1 0,-1 2-9 16,4-3 10-16,-1 4 5 0,1-1 6 15,-4 3 3-15,2 0 1 0,-1 2 11 0,0 3-2 16,-2 0-7-16,1 2-4 0,-10 6-3 16,15-9-1-16,-15 9 3 0,0 0-3 0,17 2-1 15,-17-2 3-15,6 9-5 0,-6-9 6 16,4 16-5-16,-3-6 19 0,-1 2 2 0,-1 0-8 15,0 1-5-15,1-1-2 0,0 1 2 0,1 1-7 16,0 0 4-16,-1-1-7 0,3-1 7 16,1 1-12-16,-2-2 0 0,4-1-1 0,-2-2-1 15,-4-8-4-15,10 12-4 0,-10-12-6 16,17 5-6-16,-17-5-6 0,19-3-2 0,-6 0-2 16,2-3 8-16,3-3 4 0,1-1-1 15,5-5 0-15,-1-1 7 0,2 1-1 16,-4-3 4-16,2 1 4 0,-4-2 0 0,-3 4 6 15,-4 0 8-15,0 1-1 0,-6 1 4 0,2 2 2 16,-6 1 6-16,-2 10 1 0,0-15 5 16,0 15 9-16,-10-10 5 0,10 10 14 0,-14-2-3 15,14 2-4-15,-20 2 3 0,8 2-7 16,-2 2 4-16,4 1-7 0,-3 1 3 0,3 2 2 16,0 0-2-16,2 1 2 0,0 0-14 0,2 0 3 15,2 0-3-15,4-11-3 0,3 20-16 16,0-10-3-16,3-1-16 0,5-1-33 15,2 0-9-15,8-1-34 0,1-1-33 0,5-2-76 16,-1-1-116-16,3-3-159 0,-1-1-391 16,2-2 274-16,2-3-98 0</inkml:trace>
  <inkml:trace contextRef="#ctx0" brushRef="#br0" timeOffset="46122.81">25144 14479 1030 0,'10'-11'395'0,"-10"11"-87"0,5-7-66 0,-5 7-57 16,0 0-27-16,0 0-34 0,0 12-29 0,0-1-11 16,-2 2 2-16,-1 4-6 0,-1 5-3 15,-4 6-9-15,1-1-8 0,-4 9-7 0,-1 3-9 16,2 3-2-16,-3-1 5 0,1 3-11 15,-4-1-5-15,2 0-3 0,0-3-3 0,-2 0-10 16,0-2 1-16,1-3 5 0,2-8 9 0,-1 0 15 16,5-8 15-16,0-2 9 0,1-3 7 15,1-3 5-15,1-2-14 0,6-9-24 16,0 0-7-16,0 0-10 0,0 0-7 0,-7-13 2 16,10-1-10-16,2-7 5 0,3-4-11 15,3-6 5-15,1-5-9 0,5-4 1 0,1-3-7 16,3-10-8-16,1-3 0 0,0 3-2 15,1-2 2-15,1 4 14 0,-1 1-3 0,-5 12 0 16,1 1 9-16,-2 5 7 0,-2 6 3 0,-2 2 12 16,2 2-10-16,-4 5-3 0,2 3-3 15,-1 2 0-15,-2 3-3 0,2 3 3 0,-12 6-6 16,18-4-3-16,-18 4 4 0,16 4 4 16,-9 2-7-16,0 3 1 0,-2 3 1 15,2 2-4-15,-1 3 5 0,-2 2-7 0,2 4 6 16,-2 0-6-16,1 2 8 0,-1 1-9 15,-2 5 7-15,1-5-12 0,-2 6 5 0,1-2 2 16,-2-1-5-16,-2 4-22 0,1-1-24 0,-2 0-32 16,0-2-34-16,-4-1-28 0,4-5-36 15,0-2-29-15,-2 0-56 0,1-5-75 0,-2-3-132 16,-1-1-247-16,2-2 233 0,0-3 27 16</inkml:trace>
  <inkml:trace contextRef="#ctx0" brushRef="#br0" timeOffset="46343.43">25045 14925 1002 0,'-3'-10'435'0,"3"10"-91"0,0-13-59 16,0 13-39-16,6-15-57 0,3 8-33 0,0-2-34 15,0-1-24-15,4-1-34 0,1 0-31 16,2-1-28-16,1 1-28 0,2-1-5 0,1 1-19 15,-1 0-4-15,1-1-10 0,-1 1-32 0,5-2-19 16,-3 2-38-16,-1 2-40 0,1-1-55 16,-1-1-76-16,-1 3-199 0,-1-2 160 0,0 2 183 15</inkml:trace>
  <inkml:trace contextRef="#ctx0" brushRef="#br0" timeOffset="46656.06">25751 14290 961 0,'4'-10'426'16,"-4"10"-64"-16,3-14-42 0,-3 14-50 0,2-12-58 16,-2 12-41-16,0 0-34 0,3-11-32 15,-3 11-20-15,0 0-9 0,0 0-10 16,-8 9-12-16,4-1-1 0,-1 5 0 0,0 3-4 15,-1 3-2-15,-3 3-10 0,0 6 2 16,-1 1-7-16,-3 6 0 0,0 3-5 0,-2-1-6 16,2 0-2-16,0 1-6 0,-2-2 0 0,2 0-8 15,-1 0 5-15,5-6-3 0,0-1-4 16,0 0-10-16,4-6-26 0,0 0-36 0,1-3-54 16,3 0-46-16,0-3-55 0,-1-5-68 15,2 1-72-15,2-4-405 0,-2-9 251 0,4 14-18 16</inkml:trace>
  <inkml:trace contextRef="#ctx0" brushRef="#br0" timeOffset="47080.62">25682 14922 876 0,'0'0'495'16,"0"0"-84"-16,13-4-56 0,-13 4-67 15,0 0-57-15,0 0-46 0,0 0-25 0,14-3-37 16,-14 3-22-16,0 0-20 0,0 0-20 15,18-2-11-15,-18 2-9 0,0 0-6 16,24-1-10-16,-24 1-2 0,23 0-9 0,-23 0-3 16,26-4 0-16,-11 2 1 0,0-2-4 0,2-1-7 15,-2-1 1-15,-1 1-4 0,4-4 4 0,-4-3-8 16,1-1 0-16,0-1 4 0,-2-2-1 16,0-1 3-16,-1 1 0 0,-1-2 4 15,-3 1-3-15,-2 0 4 0,-2 2 8 0,-3 1-9 16,2 2 6-16,-7 0-3 0,0 2-6 15,-1 2 7-15,-3 0-1 0,-2 4-5 0,10 4 4 16,-25-4 1-16,25 4 7 0,-31 5 9 0,9 1 0 16,3 2 10-16,0 3 3 0,1 0-5 15,0 3-4-15,1 0 2 0,0 4-11 0,3-1 1 16,1 0-4-16,1 1-5 16,4 1 4-16,0 0-8 0,4-3 6 0,-1 2 5 15,4-2-9-15,2 0-6 0,4-1-7 0,0-2-16 16,3-1-34-16,2-2-32 0,4-1-45 15,0-4-13-15,3-1-33 0,1-3-53 0,2-1-48 16,-1-3-63-16,3-4-456 0,5-4 261 16,-2 0-47-16</inkml:trace>
  <inkml:trace contextRef="#ctx0" brushRef="#br0" timeOffset="47354.98">26175 14656 741 0,'4'-12'401'15,"-1"1"-60"-15,1 2-44 0,-4 9-30 16,5-16-24-16,-5 16-36 0,5-15-16 15,-5 15-15-15,4-10-14 0,-4 10-11 0,3-10-11 16,-3 10-15-16,0 0-8 0,4-9 7 16,-4 9-8-16,0 0-23 0,0 0-16 0,0 0-15 15,11 4-10-15,-11-4-11 0,3 15-5 0,-3-15 2 16,-2 19-1-16,1-6-1 0,-1 2-1 16,-1 1-2-16,-1 0-2 0,-1 2-14 0,0 1 11 15,-3 1-6-15,2 0-3 0,-2-1-2 16,2 2-10-16,-2-3 2 0,-1 1-7 0,4-1 7 15,-1-4-6-15,1 0-13 0,2-2-57 0,-2-3-54 16,3 1-47-16,-1-1-34 0,3-9-28 16,-2 13-34-16,2-13-74 0,0 0-81 0,0 0-427 15,0 0 272-15,0 0-89 0</inkml:trace>
  <inkml:trace contextRef="#ctx0" brushRef="#br0" timeOffset="47690.54">26133 14684 683 0,'0'0'456'16,"0"-12"-88"-16,0 12-68 0,1-13-44 0,-1 13-35 16,2-12-38-16,-2 12-26 0,9-14-23 0,-1 8-25 15,-1-2-17-15,1 1-22 0,3-1-13 16,0-1-12-16,3 3-9 0,0-2-12 0,1-1-2 16,0 3-6-16,0-1-1 0,0 1-5 15,0-1-2-15,1 1 2 0,0 0 4 16,-2 1 3-16,2 0-3 0,-4 2 4 0,-12 3 1 15,23-7 5-15,-23 7 0 0,22-5-6 16,-22 5-2-16,14-2-1 0,-14 2 5 0,0 0 9 16,18 4-1-16,-18-4-9 0,6 11 0 0,-4-1-4 15,-2-10-4-15,0 21-1 16,-2-8 0-16,0 4-4 0,-1-1-1 0,1 0 0 0,0 2-2 16,-3 1 1-16,3 0-1 0,0-1 1 15,1-2-2-15,1 1 8 0,1-2-19 0,1-1-40 16,0-3-33-16,3 0-39 0,-2-2-53 15,3-1-64-15,-6-8-99 0,13 7-498 0,-13-7 271 16,0 0-80-16</inkml:trace>
  <inkml:trace contextRef="#ctx0" brushRef="#br0" timeOffset="48008.5">26883 14147 767 0,'5'-20'516'0,"-3"4"-75"0,2 1-46 0,0 2-67 16,0 1-56-16,-2 2-41 0,2 1-36 0,-4 9-34 16,5-16-22-16,-5 16 7 0,5-9 29 15,-5 9-14-15,0 0-26 0,0 0-28 16,8 12-12-16,-8-2-13 0,1 3-17 0,-1 3-13 16,-1 5 3-16,-1 2 2 0,-1 2-3 15,-1 7 0-15,-1 0 11 0,-1 2-9 0,-2 5-7 16,-2 4-7-16,0-4-8 0,0 3-8 15,-1-3-2-15,2-1-12 0,-1-1 4 0,2-6-1 16,-1-1-4-16,4-1-5 0,0-7-2 0,-2 2-6 16,2-5-31-16,1-2-52 0,0-1-56 15,1-4-28-15,1 0-38 0,-1-3-39 0,3-9-67 16,-4 15-81-16,4-15-156 0,0 0-361 16,0 0 284-16,0 0-137 0</inkml:trace>
  <inkml:trace contextRef="#ctx0" brushRef="#br0" timeOffset="48196.71">26652 14568 1297 0,'-8'-6'467'0,"8"6"-89"16,0 0-79-16,4-16-66 0,4 9-43 0,3-3-39 15,6-1-33-15,3 1-23 0,8-3-40 0,9-2-46 16,0 0-36-16,8 1-45 15,0 0-74-15,2 2-102 0,1 1-187 0,-1-1-316 16,2 3 246-16,-2-1-2 0</inkml:trace>
  <inkml:trace contextRef="#ctx0" brushRef="#br0" timeOffset="51183.23">12087 13368 911 0,'-13'-3'358'0,"13"3"-47"16,-23-7-20-16,23 7-34 0,-19-11-28 0,19 11-27 16,-19-6-18-16,19 6-21 0,-14-7-13 15,14 7-26-15,-13-4-29 0,13 4-14 16,0 0-27-16,-11-5-3 0,11 5-13 0,0 0-5 15,0 0-6-15,0 0-3 0,6 8-5 16,-6-8-3-16,14 16-3 0,-2-5 1 0,2 4 0 16,2 4 4-16,1 3-7 0,7 6-1 0,-1-1 0 15,1 4 1-15,2 0-4 0,-2 2 1 16,4 1-10-16,4 6-3 0,-4-6 10 0,1 0-3 16,2-2-4-16,-4-1 8 0,2-2-7 15,-1-2 1-15,0-2-23 0,-1-3-53 0,-4-5-73 16,-1 1-87-16,-2-3-100 0,-3-3-147 0,-5-2-289 15,0-3 252-15,-12-7-21 16</inkml:trace>
  <inkml:trace contextRef="#ctx0" brushRef="#br0" timeOffset="51911.72">12176 13189 418 0,'-6'-6'278'0,"6"6"-34"0,-9-11-32 15,9 11-26-15,-5-8-33 0,5 8-14 16,-3-10-17-16,3 10-14 0,4-10 14 0,-4 10-5 16,12-12-5-16,-2 4-16 0,5 0-18 15,4 2 3-15,11-2-9 0,-1-1-12 0,13 1-9 16,4 1-19-16,6 0 0 0,4 1-13 0,6 0 2 16,12 0-3-16,3 0-10 0,4 2 3 15,3 0-9-15,0-1 3 0,4 2 2 0,5-1-2 16,3-1-7-16,2 3 4 0,6-2 1 15,1 2 2-15,4 0 9 0,22-1 15 16,3 2-1-16,3 1-4 0,-1 0-6 0,3 0-1 0,4 0-4 16,1 1-6-16,4 1 4 15,2 1-4-15,0-2 3 0,2 3-3 0,1-1-2 16,1 0-4-16,-2 0 1 0,1 2 3 0,-4-2-4 16,0 0-3-16,-2 1 3 0,1-1-2 15,-1-2-1-15,-2 1 3 0,-2-1 1 0,1 2-2 16,-2-3-5-16,-2 2-10 0,-1 1 7 15,-2-2-8-15,0 4 6 0,0-1-2 0,-2 2 6 16,3 1 1-16,-3 2 2 0,-4 0-4 0,1 1-6 16,-4-1-9-16,-5 3-6 15,1-1-1-15,-24-1-8 0,3-1 10 0,-5 1-20 16,0-1 8-16,-1-2-6 0,-4 1-20 0,-3-1 3 16,-4-3-7-16,-3 1-32 0,-5-1-57 15,-13-3-60-15,-1-1-100 0,-3 0-198 0,-5-1 157 16,-3-1 185-16</inkml:trace>
  <inkml:trace contextRef="#ctx0" brushRef="#br0" timeOffset="53272">11782 13356 253 0,'8'-6'120'0,"-8"6"-29"0,0 0-2 0,0 0-14 15,9 5-2-15,-9-5 9 0,4 9-1 16,-4-9 7-16,6 13-4 0,-1-1 0 0,-1 1-1 15,0 3-7-15,1 3 2 0,0 4-2 0,0 3-1 16,4 3 0-16,-3 3 1 0,3 8-3 16,-1 1-1-16,1 5 4 0,-2 1-2 0,1 2-1 15,-3 2 10-15,3 0-8 0,-2 13 12 16,2-1-5-16,-3 2-8 0,-1-8-9 0,-1 9-6 16,1 2 5-16,0 0-9 0,-1 3-2 0,-2 1-20 15,-1 1-2-15,1 0-5 0,-1 2-1 16,3 2-2-16,-3 0-7 0,0 1-4 0,0-1-6 15,1-2 2-15,2-3 1 0,-2-3-10 0,3-2 8 16,-1-13-10-16,-1 0 9 16,3-1-3-16,0-3 0 0,-1-4-1 0,-3 0-8 15,3-5-19-15,-1-8-31 0,-2 2-23 16,-1-8-28-16,3 1-3 0,-1-3-36 0,-1 0-16 16,2-3-40-16,2-1-32 0,-2-2-328 0,-1-1 167 15,2-1 150-15</inkml:trace>
  <inkml:trace contextRef="#ctx0" brushRef="#br0" timeOffset="53763.28">12083 15736 716 0,'10'7'324'16,"-10"-7"-56"-16,13 12-60 0,-4-4-46 0,3 2-28 15,-1 3-38-15,4 2-5 0,2 0-25 16,3 6-8-16,6 3-13 0,-3 1-21 0,5 1 4 16,0-1-7-16,-1 3 5 0,2-3 11 15,-1 0 0-15,1 0-4 0,-2-3-17 0,0 0 4 16,-5-2-10-16,-2-3 10 0,0-1-15 15,-4-1-2-15,-1-2 1 0,-2-1-2 0,-1-2 16 16,-1 0-18-16,-2-2 8 0,-3-1 0 16,3 0-9-16,-9-7-16 0,10 12-20 0,-10-12-14 15,11 9-17-15,-11-9-23 0,7 7-34 16,-7-7-24-16,0 0-23 0,0 0-17 0,0 0-56 16,0 0-181-16,9 4 140 0,-9-4 256 15</inkml:trace>
  <inkml:trace contextRef="#ctx0" brushRef="#br0" timeOffset="55656.68">20354 13482 268 0,'23'19'156'16,"0"-1"-41"-16,7 2-35 0,0 0-54 0,0-1-77 15,-4-3-137-15,-2-2 54 0,2-1 41 16</inkml:trace>
  <inkml:trace contextRef="#ctx0" brushRef="#br0" timeOffset="56414.59">20167 13647 810 0,'0'0'340'0,"0"0"-49"0,0 0-47 0,0 0-14 16,11-6-23-16,-11 6-21 0,15-2-22 0,-15 2-3 16,22-6-21-16,-4 3-19 0,0 0-19 15,6-2-26-15,2 2-12 0,2 0-12 16,2 2-12-16,6-3-6 0,1 2-25 0,2 1-35 16,-1-1-51-16,1 1-35 0,-2-2-51 15,0 3-63-15,-6-2-98 0,-1-1-421 0,-7 3 244 16,-1-3 5-16</inkml:trace>
  <inkml:trace contextRef="#ctx0" brushRef="#br0" timeOffset="115503.24">27755 12993 943 0,'0'0'477'0,"0"0"-78"0,-4 9-40 0,4-9-52 15,0 0-52-15,0 0-30 0,0 0-30 16,0 0-31-16,0 0-18 0,0 0-22 0,0 0-24 16,0 0-9-16,0 0-11 0,0 0-14 15,0 0-3-15,18-9 6 0,-9 3-6 0,1-3-12 16,8 0-11-16,0-3 10 0,6-1-11 0,6-6 11 15,2 0-7-15,2-4-2 0,5 0-2 16,9-6 3-16,3 0-15 0,2-4-2 0,2 0-3 16,1-5-4-16,3 1 1 15,0-1-8-15,-1-2-4 0,-3-2-10 0,0 4 9 16,-4-1-1-16,-3 1-7 0,-3 2 10 0,-6 2-8 16,-9 6-1-16,-3 0 7 0,-3 2 0 15,-5 5-10-15,-3-1-3 0,-3 5 7 0,-1-1 0 16,-2 1 7-16,-1 4-3 0,-2 0-2 0,0 1-13 15,-3 3 5-15,1-1 7 0,-1 3-4 16,2-1-29-16,-6 8-9 0,7-13-36 0,-7 13-21 16,6-9-22-16,-6 9-23 0,0 0-22 15,0 0-17-15,0 0-38 0,0 0-45 0,0 0-62 16,9 6-84-16,-9-6-403 0,0 0 264 0,-1 15-62 16</inkml:trace>
  <inkml:trace contextRef="#ctx0" brushRef="#br0" timeOffset="115887.42">28792 12133 897 0,'-6'-10'380'15,"6"10"-78"-15,-8-8-51 0,8 8-32 0,-5-7-34 16,5 7-24-16,-4-8-32 0,4 8-21 15,0 0-19-15,-4-11-13 0,4 11-11 0,0 0-8 16,0 0-2-16,6-11-3 0,-6 11-14 16,0 0 2-16,12-7 2 0,-12 7 5 15,0 0 1-15,20-5 10 0,-20 5 9 0,19 0 2 16,-19 0 6-16,22-1-15 0,-22 1-10 16,26 1-13-16,-11 1-3 0,0 1-14 0,1 0 4 15,-2 1-12-15,1 2 2 0,-2 0 6 16,2 0-9-16,-4 0-7 0,-1 1 8 15,0 0-3-15,-5 2-5 0,2-1-4 0,-4 2 5 16,1 0-3-16,-2 1-10 0,-2 1-12 0,-2 1-31 16,0 1-42-16,-1 2-45 15,-1-1-69-15,2 1-100 0,-3-2-157 16,-1 0-340-16,3-1 262 16,-2-1-51-16</inkml:trace>
  <inkml:trace contextRef="#ctx0" brushRef="#br0" timeOffset="116555">29574 11243 1031 0,'0'0'403'0,"14"-4"-91"0,-14 4-67 15,0 0-41-15,0 0-39 0,18 4-32 16,-18-4-24-16,10 10-9 0,-5-1 1 0,2 1 7 15,-1 5-8-15,1 2 16 0,0 4-16 16,2 0-12-16,0 5-26 0,1 2 0 0,-3 2-22 16,0 1-2-16,-2 1-8 0,-1-1-12 0,-1 2 6 15,-2-1-11-15,-1-4-1 0,-2 3-10 16,-2-1 4-16,-3 0 3 0,2-4-4 0,-1-2-5 16,-2-2-9-16,2-2-4 0,-2-1-12 15,0-1-32-15,3-4-41 0,-1 0-47 16,2-4-59-16,0-2-110 0,4-8-164 0,-6 10-251 15,6-10 238-15,0 0 19 0</inkml:trace>
  <inkml:trace contextRef="#ctx0" brushRef="#br0" timeOffset="116843.01">29190 11558 843 0,'0'0'342'0,"-2"-15"-60"0,2 15-36 0,5-18-11 16,1 5-15-16,2 0-28 0,5-2-28 0,5-2-26 16,1-3-20-16,7-2-20 0,4 0-18 15,2 1-20-15,2-2-8 0,3 3-21 0,1-1-31 16,4 0-32-16,-2 5-35 0,0-1-11 15,0 0-31-15,-1 4-8 0,0 3-42 0,-7 2-42 16,-4-1-62-16,-4 5-110 0,-1-2-159 0,-5 3 160 16,0 1 175-16</inkml:trace>
  <inkml:trace contextRef="#ctx0" brushRef="#br0" timeOffset="117128.46">29578 11908 1285 0,'0'0'445'0,"-2"12"-59"0,2-12-55 0,0 0-44 15,0 0-40-15,8 6-42 0,-8-6-29 0,13-7-33 16,-4 2-15-16,5-3-40 0,0-1-12 15,4-1-14-15,0-1-13 0,6-3-27 0,2 0-21 16,0 0-19-16,1-1-20 0,1 3-18 16,1-2-23-16,2 1-23 0,-4 1-22 0,0 2-33 15,-4-1-31-15,-2 3-31 0,0 0-56 0,-2-1-44 16,-4 2-92-16,-3 0-200 0,-1 2 188 16,-11 5 113-16</inkml:trace>
  <inkml:trace contextRef="#ctx0" brushRef="#br0" timeOffset="117926.59">29975 11635 861 0,'0'0'464'0,"0"0"-99"0,-9-7-59 0,9 7-41 0,0 0-49 15,0 0-32-15,-4-10-36 0,4 10-17 16,0 0-21-16,0 0-17 0,3-11-11 0,-3 11-5 16,0 0-8-16,9-6-10 0,-9 6-14 15,0 0-5-15,0 0-6 0,17 0-8 16,-17 0-4-16,0 0 6 0,13 7-12 0,-13-7 8 16,10 11-10-16,-10-11-4 0,9 15 11 0,-4-6-8 15,-1 1-2-15,0 1-12 0,-1 0 4 16,-1 0-1-16,4 0 9 0,-4 1-1 0,0 0-7 15,1-2 1-15,-2 2 1 0,-1-12-3 16,3 16-4-16,-3-16 7 0,1 15-3 0,-1-15-5 16,-1 13 6-16,1-13-8 0,0 0 8 0,-4 10-1 15,4-10 2-15,0 0-6 0,0 0 1 16,-12-5-2-16,12 5 3 0,-5-14 3 16,1 5-4-16,3-2 1 0,0-3-8 15,1 0 9-15,1-4-7 0,3-2 11 0,1-3-7 16,4 0 0-16,-1 2 9 0,3-3-8 0,3 1-3 15,-4 5-7-15,3 1 6 0,-1 0-2 16,0 5 6-16,1 1-1 0,-3 1-9 0,1 1 5 16,-1 3 4-16,-10 6 2 0,14-6 1 15,-14 6 1-15,0 0 1 0,19 2-6 0,-19-2 1 16,9 9 8-16,-9-9-5 0,6 14 0 0,-2-6 4 16,0 2-5-16,-2 0 2 0,2 2 5 15,-3-2-9-15,1 3 3 0,-1-1-4 16,-1-1 5-16,1 0-8 0,-1-1 6 0,0-10 2 0,3 17 0 15,-3-17 0-15,0 13 7 16,0-13-6-16,1 11 7 0,-1-11-6 0,0 0-3 16,0 0-4-16,0 0 5 0,0 0 0 15,0 0-3-15,9-6-5 0,-9 6 6 0,6-17 0 16,0 5 1-16,0-1-5 0,0 1 9 0,0-1-6 16,2 0 1-16,-1 1 7 0,-1 2-9 15,1-2 16-15,-1 3-2 0,0-1 16 0,-1 3 12 16,2 1 0-16,-7 6 0 0,11-13 2 15,-11 13-3-15,10-9 5 0,-10 9 1 0,0 0-7 16,12-7 0-16,-12 7 1 0,0 0 7 0,10 5-6 16,-10-5-7-16,8 11-11 15,-8-11 19-15,5 14-10 0,-3-5-7 0,0 2 0 16,0 0-15-16,0 1-3 0,0-2 9 0,-2 3-16 16,1-1-8-16,1-1-36 0,-1 1-49 15,0-1-46-15,-1 0-50 0,0-11-56 0,2 17-38 16,-2-17-62-16,4 14-67 0,-4-14-454 15,8 10 276-15,-8-10-103 0</inkml:trace>
  <inkml:trace contextRef="#ctx0" brushRef="#br0" timeOffset="118495.66">30669 11573 610 0,'0'0'248'0,"5"-9"-33"16,-5 9-23-16,5-11-14 0,-5 11-27 16,3-9 7-16,-3 9-16 0,3-10-10 0,-3 10-21 15,0 0-22-15,3-12-4 0,-3 12-20 0,0 0-25 16,2-10 6-16,-2 10-21 0,0 0 7 16,-2-13-4-16,2 13-13 0,0 0 4 0,-5-9 12 15,5 9-11-15,0 0 7 0,-7-9-4 16,7 9 4-16,0 0-2 0,-9-6 4 15,9 6 2-15,0 0 1 0,-15-3 1 0,15 3-7 16,-13 3-3-16,13-3 17 0,-20 8 4 16,8-1 0-16,1 0-6 0,-2 2-1 0,2 1-7 15,-1 0 3-15,1 4-11 0,0-1-6 0,3 0-2 16,0 0-4-16,2 2 5 0,0-2 2 16,3 0 2-16,0-2 4 0,1 1-3 0,4-4-7 15,-2-8 1-15,8 18-4 0,-2-12-2 16,-6-6 1-16,18 6-4 0,-18-6-14 0,23 0 1 15,-23 0 1-15,29-9-1 0,-15 2-4 0,-1 0 6 16,5-6 3-16,-3 1 0 0,2-2 8 16,-3-2 10-16,1 0 15 0,-3-2 13 0,-1 2 10 15,1 0 18-15,-5 1 5 0,0 3-3 16,-2 1-15-16,0 1 1 0,-3 1-15 16,-2 9-6-16,5-15-4 0,-5 15-10 0,0 0 1 15,0-10-12-15,0 10-3 0,0 0 6 16,0 0-13-16,-5 9 8 0,5-9-12 0,-2 11 2 15,2-11-1-15,-3 15-7 0,3-15-20 16,4 13-18-16,-1-2-30 0,0-3-27 0,3 0-29 16,0-1-39-16,2 0-42 0,2-2-39 0,1-1-46 15,-11-4-17-15,27 3-68 0,-27-3-254 16,33-5 199-16,-14 1 90 0</inkml:trace>
  <inkml:trace contextRef="#ctx0" brushRef="#br0" timeOffset="119014.49">31109 11351 840 0,'4'-10'405'0,"-2"0"-89"16,0 0-37-16,-2 10-44 0,-2-17-33 0,2 17-46 16,-4-14-31-16,4 14-24 0,-9-12-17 0,9 12-13 15,-11-9-9-15,11 9-6 0,-17-1-6 16,17 1-9-16,-19 3-1 0,19-3-6 0,-20 8-9 16,10-3-1-16,-1 4-5 0,2-3-6 15,-1 4-1-15,5-1 3 0,-3 2 0 0,3 1-6 16,1-2-3-16,3-1-2 0,-1 2-2 0,0-1-2 15,2-10 0-15,3 17-12 16,-3-17-9-16,8 16-15 0,-8-16-15 0,12 9-2 16,-12-9-3-16,18 5 2 0,-18-5 5 15,21 0 1-15,-21 0 20 0,18-8 5 0,-6 2 26 16,-2-3 23-16,2-1 16 0,-1-1 10 0,0-3 8 16,-2-2 4-16,1-1 6 0,-4 2 2 15,-1 0 2-15,0 1 3 0,-1-1 1 0,0 2 1 16,-1 1-2-16,-1 2-6 0,-2 10-10 15,3-17-11-15,-3 17-5 0,1-12-15 0,-1 12-5 16,0 0 0-16,0 0-1 0,0 0 3 0,0 0 12 16,-10 11 28-16,7-2-2 0,-1 4 12 15,2 2 1-15,-1 4 27 0,-1 3 16 16,3 1 11-16,-1 4-4 0,2-1-7 0,0 3-14 16,2 3-14-16,-1 0-16 0,2 2-13 15,0 0-11-15,0-1-9 0,-1 0-7 0,0-6-7 16,-2-1-8-16,0 1-2 0,0-4 1 15,-4 1-3-15,-1-2-2 0,-1-1-4 0,-4 0-1 16,0-3-3-16,-3-1-3 0,-1-2-1 0,-2-2-12 16,-1 0-25-16,0-3-55 0,-2-2-56 15,2-2-45-15,1-2-71 0,-1 1-51 0,17-5-50 16,-28 1-34-16,15-4-54 0,0-3-58 16,2-2-366-16,3-1 278 0,2-3-108 0</inkml:trace>
  <inkml:trace contextRef="#ctx0" brushRef="#br0" timeOffset="119444.57">31270 11469 883 0,'12'-11'413'0,"-12"11"-85"0,9-9-40 16,-9 9-40-16,9-9-39 0,-9 9-31 15,11-9-22-15,-11 9-15 0,13-11-14 0,-6 5-21 16,2 0-9-16,-2-1-19 0,5 0-16 16,-1-1-11-16,1-2-15 0,-1 2-2 0,3-1-9 15,2-2-4-15,0 0-5 0,-2-1-3 0,1-1-5 16,1 0-2-16,-2 1 2 0,-1-3-1 16,0 0-1-16,0 1 4 0,-4 1 5 0,0 1 4 15,-2 0-1-15,-2 2 2 0,-1 0-6 0,-4 10 1 16,2-17-5-16,-2 17-5 0,-4-12 4 15,4 12-3-15,-10-6 0 0,10 6-2 16,0 0 0-16,-29 2 3 0,13 3 1 0,2 2-2 0,-2 4 5 16,-1 2 5-16,-4 1 2 0,0 5 10 15,3 2 27-15,-1-2 0 0,2 1-7 0,2 2-5 16,5-3 8-16,-1 1-3 0,4-3-4 16,5-1-14-16,2 0-6 0,2-2 5 15,3 0-11-15,9-1-4 0,2-1-49 0,5-2-40 16,6-1-34-16,4-1-57 0,3-4-50 0,2-2-75 15,2-2-83-15,7-6-108 0,-2-2-311 16,3-5 258-16,-4-2-41 0</inkml:trace>
  <inkml:trace contextRef="#ctx0" brushRef="#br0" timeOffset="121702.99">29979 12437 466 0,'3'-14'206'16,"-3"14"-39"-16,0 0-33 0,2-9-5 15,-2 9-28-15,0 0-19 0,2-12-20 0,-2 12-12 16,0 0-12-16,0-9-13 0,0 9-17 16,0 0-18-16,0 0-15 0,3-12-10 0,-3 12 4 15,0 0 4-15,0 0 8 0,0 0 14 0,2-12 27 16,-2 12 20-16,0 0 11 16,0 0 6-16,0 0 15 0,3-10 21 0,-3 10 7 15,0 0 23-15,0 0-5 0,2-12 8 16,-2 12 9-16,0 0-13 0,0 0 5 0,4-10-6 15,-4 10-13-15,0 0-12 0,0 0-13 0,0 0-17 16,0 0-11-16,0 0-6 0,0 0 9 16,0 0-5-16,0 0 12 0,-1 14-6 0,0-1-11 15,-1 2-13-15,1 4-3 0,-1 4-11 0,0 3 1 16,0 0-3-16,-1 7 2 0,-1 2 6 16,1-1-10-16,0 2-3 0,1-1-7 0,0 2 5 15,0-1-13-15,0-2 5 16,2 0-8-16,0-5-4 0,0 1-21 0,0-4-40 15,2-1-45-15,0-1-63 0,-2-4-67 0,2 0-80 16,-1-4-124-16,0 0-274 0,-1-4 234 0,0-12 25 16</inkml:trace>
  <inkml:trace contextRef="#ctx0" brushRef="#br0" timeOffset="122254.95">29794 12910 698 0,'7'-14'265'0,"0"7"-40"15,3-1-33-15,2-2-39 0,3-1-31 16,4 0-19-16,0-1-23 0,5 0-23 0,2-1-5 16,0 1-15-16,1 1-15 0,1-1-24 15,-2 0-8-15,1 2-22 0,-4 1-7 16,-2 0-11-16,0 0-2 0,0 1-5 0,-2 2-2 16,-3 0 8-16,-1-1 11 0,-1 1 8 15,-1 0 11-15,-2 0 4 0,-11 6 6 0,21-8 5 16,-21 8 3-16,18-9 2 0,-18 9 3 15,15-7 11-15,-15 7 12 0,10-5 11 0,-10 5 14 16,12-4 2-16,-12 4 10 0,0 0-7 0,12-7 9 16,-12 7 3-16,0 0 4 0,0 0-3 15,13-6-7-15,-13 6 6 0,0 0 0 0,0 0-2 16,0 0-1-16,11-3 1 0,-11 3 4 16,0 0 24-16,0 0 3 0,0 0 7 0,6 7-7 15,-6-7-6-15,-2 12-1 0,2-12 2 0,-2 15-1 16,2-15-10-16,-3 19-6 0,0-8-14 15,1 2-15-15,-2 1-9 0,2 1-13 16,-1 0-2-16,-1 1-4 0,2-3-4 0,-1 0-7 16,3-2 0-16,-1 2-6 0,0-4-36 15,-1 2-51-15,2-11-53 0,-1 16-61 0,1-16-51 16,1 11-75-16,-1-11-132 0,0 0-229 16,0 0 220-16,0 0 52 0</inkml:trace>
  <inkml:trace contextRef="#ctx0" brushRef="#br0" timeOffset="122695.51">30314 12420 844 0,'0'-16'358'0,"0"16"-56"0,-2-11-52 0,2 11-27 16,0-11-42-16,0 11-39 0,0 0-38 16,-2-10-18-16,2 10-19 0,0 0-18 0,0 0 2 15,0 0-13-15,-13 10-7 0,13-10-15 16,-7 14 5-16,3-4-4 0,0-1 0 0,2 1-2 16,0-1-7-16,2 2 9 0,0-2-2 15,3 1 7-15,-2-1-8 0,4 1-1 16,2-3 8-16,-7-7-1 0,14 10-4 0,-14-10-2 15,19 5-3-15,-19-5 2 0,22-2-8 16,-7-4 3-16,-2-1-3 0,2 0-4 0,-2-3-1 16,1-2 4-16,-2-2-7 0,4-2 2 0,-5-1-2 15,-1 0 1-15,1-1 0 0,-6 3-4 16,1-2 2-16,-3 2-2 0,-1 2-4 0,-3 2 5 16,-2 0-5-16,0 3-8 0,-4 0 3 15,-2 4-7-15,9 4-24 0,-20-6-4 0,20 6-8 16,-26 0-13-16,11 3 13 0,4 1-16 0,-2 4-39 15,0 0-46-15,1 1-80 0,2 0-405 16,1 1 202-16,2 3 85 0</inkml:trace>
  <inkml:trace contextRef="#ctx0" brushRef="#br0" timeOffset="123520.19">30538 12547 650 0,'0'0'435'0,"0"0"-79"0,0 0-67 15,9-6-43-15,-9 6-47 0,0 0-31 16,0 0-34-16,11-7-26 0,-11 7-21 0,0 0-16 16,0 0-9-16,18 0-15 0,-18 0-9 15,0 0-6-15,15 7-6 0,-15-7-5 0,13 12-1 16,-8-5-4-16,0 2 0 0,1 2-1 15,-2 0-2-15,4 4 3 0,-3-2 0 0,1 2 7 16,-1 2 0-16,-1 0 1 0,1-1 7 0,0 2-10 16,-2 0-3-16,-1-1-6 0,2 1-1 15,-4-2 0-15,3-1 1 0,-1-2-5 0,-2-1 4 16,2-1-4-16,-4-2-2 0,2-9 3 16,0 16-6-16,0-16 0 0,-4 11 4 15,4-11-11-15,0 0-2 0,0 0-6 0,0 0-2 16,0 0 0-16,-7-8 0 0,7 8 5 15,-2-17 4-15,1 6-2 0,1-2 5 0,0 1 3 16,0-2 1-16,0 0 9 0,0 0 0 0,1-2-5 16,1 0 0-16,0 2 4 0,2 0 7 15,-1 0-6-15,3 1-2 0,-2-1-1 0,4 1-5 16,-3 1 7-16,2 1-4 0,1 1 1 16,-1-1-1-16,3 3-3 0,-3 1-4 0,2 0 4 15,0 3-6-15,-9 4 1 0,15-6 3 0,-15 6-4 16,0 0 4-16,23 0-4 15,-23 0 3-15,13 7-2 0,-13-7 6 0,12 17-5 0,-7-9 0 16,-1 4 4-16,-2-2-5 16,1 3 0-16,-1 2 1 0,0-1 1 0,0 0 5 15,-2 0-5-15,0 0-2 0,-1 1 6 0,0-2-3 16,1 0 0-16,0-2 3 0,-2 0-1 16,1 0-1-16,1-11-1 0,-4 14 0 0,4-14 2 15,-2 12-1-15,2-12 0 0,0 0-11 16,0 0 5-16,0 0 5 0,0 0-3 0,-6-7 4 15,6 7-4-15,3-18 9 0,0 8 0 0,-1-5 14 16,3 1-4-16,-1 0 14 16,0 0 3-16,1-1 3 0,-1 1-6 0,0 0-9 15,-1 0 14-15,3 1 0 0,-3 4 0 0,3-1-7 16,-2 0 23-16,2 2-1 0,-1 0-5 16,0 1-4-16,-5 7-2 0,10-14-7 0,-10 14-1 15,10-9-8-15,-10 9 0 0,0 0 4 16,14-4-14-16,-14 4-2 0,0 0 11 0,14 7-9 15,-14-7 2-15,8 13-8 0,-8-13 3 0,5 17 0 16,-5-6 0-16,1 0-9 0,1 1-3 16,-2 0 7-16,0 1-2 0,-2-1-9 0,2 0-7 15,-1 0-10-15,1-2-40 16,0 0-31-16,0-10-48 0,0 17-46 0,0-17-68 16,0 14-69-16,0-14-74 0,0 0-421 0,0 13 266 0,0-13-67 15</inkml:trace>
  <inkml:trace contextRef="#ctx0" brushRef="#br0" timeOffset="123952.06">31074 12599 660 0,'0'0'434'0,"5"-8"-75"15,-5 8-64-15,0 0-59 0,0 0-32 0,8-7-31 16,-8 7-23-16,0 0-15 0,13-6-19 0,-13 6-20 15,11-3-10-15,-11 3-18 0,18-6-7 16,-18 6-6-16,19-5-5 0,-3-1-1 16,-2 1-4-16,0-1-3 0,0 0-8 0,2-1-6 15,-2 1-7-15,0-1-3 0,-1-3 3 16,2 1-6-16,-3-2 8 0,-2 1 0 0,1-2 3 16,-3 1 6-16,1-2-7 0,-4 0-3 15,0 2-2-15,-2 0 0 0,-2 1-8 0,-1 10-1 16,-2-18-3-16,-3 9 5 0,5 9-5 0,-11-13 1 15,11 13-2-15,-16-7 3 0,16 7 1 16,-22-1 0-16,22 1-5 0,-29 6 7 0,12 0-1 16,1 3 14-16,-2 2 8 0,2 1-1 15,-1 1-2-15,2 1 1 0,2 2-6 16,1-2-5-16,2 2 5 0,1 1-13 0,4-3 9 16,2 0-1-16,2 0-13 0,2-1 7 15,3 2-5-15,3-2-2 0,3 0-11 0,2-1-7 16,6 0-22-16,1-3-36 0,4-1-46 15,5 1-53-15,-1-5-47 0,0 0-60 0,2-3-66 16,-1-2-103-16,2-2-329 0,1-1 252 0,0-3-21 16</inkml:trace>
  <inkml:trace contextRef="#ctx0" brushRef="#br0" timeOffset="129120.68">30217 13523 689 0,'3'-14'446'0,"-3"14"-84"15,2-11-38-15,-2 11-40 0,3-9-38 0,-3 9-40 16,3-11-34-16,-3 11-29 0,0 0-19 0,6-12-14 16,-6 12-14-16,0 0-15 0,7-8-13 15,-7 8-3-15,0 0-8 0,0 0-1 0,11-4-7 16,-11 4 11-16,0 0 9 0,8 12 0 16,-8-12-10-16,0 21-4 0,0-8-8 0,-3 3-12 15,-1 2-6-15,-1 6-9 0,0-2 0 16,-1 3-3-16,1-2 0 0,-1 3-4 15,0 2-10-15,1 0 1 0,-1-1 2 0,3-2-5 16,-1 0 2-16,0-1-6 0,0-2-10 0,-1 1-41 16,3-5-38-16,-1-1-44 0,0 0-48 15,-2-3-51-15,3 1-66 0,-3-1-82 0,0-3-469 16,1 0 273-16,4-11-93 0</inkml:trace>
  <inkml:trace contextRef="#ctx0" brushRef="#br0" timeOffset="129377.09">29999 13472 810 0,'-4'-14'526'0,"0"-3"-121"0,2 2-64 0,-1-1-66 15,3 0-56-15,3 1-44 0,1-2-36 16,2-2-24-16,0 0-22 0,4 1-27 0,1 1-13 15,2 0-12-15,1 1-6 0,1 1-10 0,1 1-8 16,2 1-10-16,3 1-17 16,-1 1-18-16,1 2-15 0,0 0-5 0,2 2-26 15,0 0-34-15,-1 3-53 0,0 2-31 16,-1 1-53-16,-3 2-54 0,1 0-376 0,0 3 215 16,-2 0 62-16</inkml:trace>
  <inkml:trace contextRef="#ctx0" brushRef="#br0" timeOffset="129607.68">30129 13647 848 0,'-9'11'432'0,"9"-11"-115"0,0 0-54 15,0 0-52-15,0 0-41 0,0 0-43 0,0 0-23 16,22-4-22-16,-11-3-22 0,3 1-10 0,0 0-6 15,1-1-14-15,4-2-20 0,0 2-26 16,-1 0-26-16,-1-1-33 0,-2 1-19 0,1 0-20 16,-2 1-34-16,1 1-33 0,-2-2-53 15,-2 4-83-15,-11 3-163 0,20-9 150 0,-20 9 214 16</inkml:trace>
  <inkml:trace contextRef="#ctx0" brushRef="#br0" timeOffset="129907.42">30459 13577 926 0,'0'0'394'0,"0"0"-67"0,13 3-43 0,-13-3-32 16,0 0-33-16,0 0-32 0,0 0-25 16,0 0-1-16,0 0-29 0,18-2-28 0,-18 2-27 15,0 0-15-15,0 0-2 0,0 0-7 0,8 9 2 16,-8-9-10-16,0 12-3 0,0-12-4 15,-1 17 12-15,-1-6-7 0,0 3-14 0,-1 0 3 16,-1 2-3-16,2 0-11 0,-2 1-9 16,-1 1 9-16,0 0-5 0,0-1-5 0,1-1-4 15,-1 1-7-15,-1-1 10 0,4-1-5 0,-2-3-10 16,-1-1-21-16,4-2-42 16,-2 0-43-16,3-9-48 0,-2 13-49 0,2-13-56 15,0 0-99-15,0 0-458 0,0 0 267 0,0 0-72 16</inkml:trace>
  <inkml:trace contextRef="#ctx0" brushRef="#br0" timeOffset="130487.77">30458 13657 712 0,'8'-16'359'0,"-8"16"-83"15,10-14-49-15,-5 8-31 0,2 0-36 0,-7 6-24 16,14-13-25-16,-14 13-21 0,17-12-21 16,-8 5-20-16,4 1 6 0,-13 6-16 0,23-11 6 15,-10 9-11-15,0-4-8 0,-13 6 0 16,24-6-6-16,-24 6-5 0,21-6-14 0,-21 6 6 16,18-2 2-16,-18 2-2 0,0 0-9 0,19 3 10 15,-19-3 7-15,6 9-4 0,-6-9 11 16,2 10 5-16,-2-10 2 0,-4 18 8 0,0-6 9 15,2-2 6-15,-3 3 0 0,2-2-4 16,-2 2-5-16,1 2-11 0,1-2 1 16,1-1-10-16,-2-2-1 0,3 2-4 0,1-1 1 15,0 0-3-15,0-1-4 0,3-1 1 16,1-1-6-16,-4-8 4 0,12 15-4 0,-12-15-9 16,16 7-8-16,-16-7-7 0,23 2-5 15,-23-2-16-15,26-4-6 0,-10-1-7 0,1-3 1 16,0-4 2-16,0 2 10 0,-1-2 9 0,-4 3 9 15,-1-2 17-15,-2 0 12 0,1 1 3 16,-5 2 7-16,-1-1-2 0,-4 9 3 0,4-15-2 16,-4 15 2-16,-2-13 8 0,2 13 7 15,-7-8 5-15,7 8-3 0,-10-8 3 16,10 8-2-16,-15-3 3 0,15 3 11 0,0 0-14 16,-24 0 5-16,24 0-3 0,-18 5-4 15,18-5 3-15,-16 7-6 0,16-7-5 0,-14 12 1 16,9-6-5-16,5-6-9 0,-9 16 1 0,9-16-2 15,-4 17-8-15,4-17 0 0,4 18-12 16,0-9-27-16,2 1-41 0,1-3-39 0,2 3-47 16,3-3-61-16,0 0-16 0,2 1 0 15,1-3-41-15,3-1-103 0,0-1-232 0,0-2 190 16,0-1 109-16</inkml:trace>
  <inkml:trace contextRef="#ctx0" brushRef="#br0" timeOffset="131082.87">31175 13597 606 0,'0'0'401'0,"5"-13"-54"16,-5 13-50-16,5-9-37 0,-5 9-29 15,0 0-34-15,5-11-37 0,-5 11-26 0,2-12-19 16,-2 12-14-16,0 0-9 0,2-13-15 16,-2 13-14-16,0-11-15 0,0 11-4 0,0-10-6 15,0 10-10-15,0-10-4 0,0 10-2 0,0 0-7 16,-4-12-4-16,4 12-2 0,0 0-3 15,-7-7 0-15,7 7-4 0,0 0 0 16,-16 4-2-16,16-4 5 0,-12 9-7 0,4-3 1 16,-1 4 1-16,1-1 1 0,-2 3-3 15,3-2 1-15,-1 3 0 0,0 0 1 0,3 1-1 16,-2-1 2-16,1 0 2 0,3-1-3 16,1 1 3-16,0-3-3 0,2 1-2 0,2-1 2 15,-2-10 0-15,4 16-1 0,-4-16-8 16,10 14-15-16,-10-14-11 0,14 6-2 0,-14-6 6 15,0 0 3-15,26-3 2 0,-26 3 6 0,17-7 6 16,-7 1 6-16,-1-2-2 0,0-2 9 16,1-1 11-16,-1-1 11 0,-2 1 18 0,1-1 9 15,-3 1 7-15,1 0 8 0,-2 2-1 16,-1-1 5-16,-1 1 5 0,-2 9 8 0,4-13-10 16,-4 13-3-16,4-12-6 0,-4 12-16 15,0 0-2-15,0 0-1 0,0 0 24 16,0 0 20-16,0 0 11 0,0 0 14 0,-13 12 1 15,9-4 14-15,-2 6 21 0,2 2 11 0,-1 0-11 16,1 1-14-16,2 2-12 0,0 1-14 16,1 3-11-16,1-1-11 0,0 2-13 0,0-3-18 15,0 4-7-15,0-3-10 0,1-2-11 16,1 1-2-16,-1-2-6 0,0-1-4 0,-1-3-6 16,2-1-9-16,-1-2-18 0,0-1-14 15,-1 1-18-15,0-12-16 0,0 18-19 16,0-18-34-16,1 13-53 0,-1-13-42 0,0 0-30 15,0 13-28-15,0-13-32 0,0 0-34 0,0 0-41 16,0 0-64-16,8-7-70 0,-8 7-297 16,3-11 263-16,-3 11-59 0</inkml:trace>
  <inkml:trace contextRef="#ctx0" brushRef="#br0" timeOffset="131568.53">31379 13646 867 0,'4'-18'338'0,"-4"18"-56"0,3-12-48 16,-3 12-21-16,2-10-26 0,-2 10-18 0,0 0-30 16,1-10-11-16,-1 10-9 0,0 0-11 15,2-12-1-15,-2 12-2 0,0 0-5 0,0 0-8 16,4-9-10-16,-4 9-8 0,0 0-14 0,0 0-16 15,0 0-9-15,0 0-7 0,0 0-5 16,0 0-5-16,0 0 8 0,0 0-4 0,0 0-2 16,12 3 1-16,-12-3-6 0,5 13 2 15,-5-13-6-15,4 15-4 0,0-5 5 16,-1-1-3-16,1 1-3 0,2 1 2 0,-2-2-6 16,2 2 3-16,-1 0-4 0,0-2 1 0,0 1 3 15,4-2-1-15,-4-1-4 0,4 1 2 16,-9-8-1-16,14 9 0 0,-14-9 2 0,18 5-3 15,-18-5 0-15,19-1 1 0,-8-3-2 0,1-1 3 16,0-2-1-16,-1-1-2 0,3-3 3 16,0-2 0-16,0-3-4 0,-1 1 4 0,-3-1-2 15,2 1 4-15,-6 1-3 0,-1 0-1 0,-1 3-2 16,-1 0 1-16,-2 1-2 0,-2 0 3 16,1 10-1-16,-4-18-2 0,4 18-8 15,-8-13 0-15,8 13-19 0,-8-7-21 0,8 7-21 16,0 0-27-16,-13-6-38 0,13 6-43 15,0 0-44-15,0 0-82 0,-12 6-116 0,12-6-279 16,0 0 226-16,-3 9 42 0</inkml:trace>
  <inkml:trace contextRef="#ctx0" brushRef="#br0" timeOffset="132264.83">31748 13597 946 0,'0'0'447'0,"0"0"-83"0,0 0-48 15,0 0-45-15,0 0-52 0,0 0-39 16,17-3-37-16,-17 3-29 0,0 0-23 16,13-7-23-16,-13 7-10 0,13-7-12 0,-13 7-12 15,15-9-5-15,-4 3-9 0,0-1-7 16,1 1-7-16,-1-2-7 0,2 0-3 0,-2-1-5 16,0 1-1-16,1 0 4 0,-1-2 3 0,-1 0 0 15,0 1 2-15,-2 0 1 0,1 0 0 16,-4 0 4-16,2 1 3 0,-7 8 0 0,7-14 1 15,-7 14-8-15,4-12 6 0,-4 12-1 0,-2-10-5 16,2 10 5-16,0 0-2 0,-13-6 2 16,13 6 0-16,0 0 0 0,-24 4 0 15,24-4 3-15,-23 10 5 0,12-2 1 0,-2 0 3 16,2 2 1-16,-2 0 1 0,3 1-1 0,1 1-5 16,0 1 4-16,0-1-1 0,2 1-4 15,4-2-4-15,0 1 1 0,2-1-6 0,1-11 2 16,2 19-4-16,2-11-1 0,1-1-13 0,2 0-15 15,-7-7-8-15,17 9-3 0,-17-9 1 16,21 5-1-16,-21-5 3 0,22-3 6 0,-22 3 4 16,24-9 8-16,-10 2 3 0,2-4 7 0,0 0 7 15,-1-1 7-15,0-3 9 0,-2 1 8 16,1 0 5-16,0 0 6 0,-5 2 5 16,2 1 4-16,-3 0-9 0,0 1 2 0,-3 2 4 15,0 0-1-15,-5 8-10 0,10-12-2 16,-10 12-12-16,7-9 2 0,-7 9-5 0,0 0-6 15,0 0 5-15,0 0-4 0,0 0-4 0,0 0 4 16,0 0-1-16,0 0-1 0,2 9 0 16,-2-9-2-16,0 0-1 0,0 16 2 0,0-16-4 15,0 12 4-15,0-12-1 0,5 11-4 0,-5-11 4 16,6 13 1-16,-6-13 0 0,12 11-7 16,-12-11 4-16,14 8-3 0,-14-8 7 0,19 4-3 15,-19-4 4-15,21 0 5 0,-21 0 8 0,23-5 14 16,-8 1 18-16,-1-3 4 0,0 0 1 15,0-2 14-15,1 2 2 0,-2-1-16 0,-1 1-14 16,2-2-8-16,-3 2-8 0,1 0-5 16,-3 2-2-16,-2-2-36 0,-7 7-23 0,14-10-31 15,-14 10-23-15,12-8-31 0,-12 8-17 16,9-5-35-16,-9 5-48 0,0 0-75 0,0 0-118 16,0 0-444-16,0 0 275 0,0 0-98 0</inkml:trace>
  <inkml:trace contextRef="#ctx0" brushRef="#br0" timeOffset="133222.96">30245 14537 666 0,'0'0'302'0,"-13"-5"-36"0,13 5-49 16,-14 4-10-16,14-4-30 0,-12 12-18 0,5 1-15 16,-3-2-13-16,4 6-19 0,-1 0-19 0,1 4-15 15,-2-1-5-15,3 5-14 0,3-3-6 16,-1 2-18-16,3-1 2 0,0 4 5 0,1-5 4 16,3 2 2-16,1-5 2 15,5 0 1-15,1-3 5 0,2 0-2 0,3-3-8 16,0-2-9-16,1-3-7 0,2-2-6 0,-1-3-7 15,1-3-9-15,-1-3-6 0,5-1-12 16,-1-5-1-16,-1-1-4 0,1-6 2 0,1-2-2 16,-4-4-4-16,0-6 4 0,1-4-4 15,-6-3 2-15,0-1 0 0,-3-2 5 0,-6 5-1 16,0 0 3-16,-4 5 7 0,-2 0-1 0,-4-1 2 16,-1 5 2-16,-4-1 0 0,-4 3 0 15,0 2-1-15,-4 4 0 0,1 5 0 0,-3 2-3 16,-2 2 2-16,0 2 1 0,2 4-2 15,0 4-4-15,2 1-11 0,1 2-30 0,3 1-35 16,-2 5-54-16,4 0-47 0,2 2-82 16,0 0-174-16,3 2-166 0,3-1 186 15,-1 1 118-15</inkml:trace>
  <inkml:trace contextRef="#ctx0" brushRef="#br0" timeOffset="133470.8">30314 14694 1111 0,'10'-8'410'0,"-10"8"-73"0,12-9-55 0,-12 9-53 16,19-12-53-16,-6 5-37 0,1 1-32 16,-2 1-22-16,3 1-23 0,-15 4-19 0,26-3-22 15,-26 3-10-15,28 1-3 0,-12 5-3 0,-2-1-6 16,0 2-19-16,-2 3-3 0,1 0-15 15,0 1-10-15,-2 3-18 0,3-2 2 0,-5 1-24 16,0-1-1-16,3 2-30 0,-2-1-25 16,0-1-64-16,-1-2-106 0,-1-1-249 0,-2-1 168 15,-6-8 150-15</inkml:trace>
  <inkml:trace contextRef="#ctx0" brushRef="#br0" timeOffset="133904.58">30792 14629 883 0,'0'-15'365'16,"0"15"-67"-16,0-12-35 0,0 12-35 0,-1-12-23 16,1 12-34-16,0 0-19 0,-2-13-21 15,2 13-25-15,0 0-21 0,-2-11-13 0,2 11-17 16,0 0-10-16,0 0-11 0,0 0-6 15,0 0-1-15,0 0-5 0,-7 14 1 0,7-14-3 16,-2 16-2-16,2-16-2 0,-1 22 3 0,1-10-5 16,1-1 0-16,1 2 2 0,1-1-4 15,-1-1 2-15,2 2-4 0,-1-1 4 16,3 0-2-16,0-2-3 0,0 0 1 0,4-1-3 16,-2-1 1-16,4-1-5 0,0-3 0 15,-1 2 0-15,-11-6-1 0,24 2-3 0,-24-2-2 16,27-4-2-16,-15-1-3 0,2-1 2 0,-1-2 1 15,-3-2 2-15,2-1-1 0,-3-3 0 16,-2-1-1-16,0 2 2 0,-2-2 0 0,-3 1 3 16,-2 0 0-16,0 2-2 15,-2-1-1-15,1 3 1 0,-2-1-2 0,-1 2-5 16,4 9-15-16,-5-18-33 0,5 18-33 0,-4-12-36 16,4 12-41-16,0 0-18 0,-2-10-55 15,2 10-69-15,0 0-371 0,0 0 217 0,0 0 58 16</inkml:trace>
  <inkml:trace contextRef="#ctx0" brushRef="#br0" timeOffset="134431.53">31278 14622 532 0,'9'-8'332'16,"-9"8"-64"-16,7-10-49 0,-7 10-56 15,9-11-2-15,-9 11-41 0,7-10 15 0,-7 10-20 16,7-13-9-16,-7 13-20 0,4-12-2 16,-4 12 7-16,3-11-8 0,-3 11-7 0,0 0-20 15,0-15 7-15,0 15-20 0,0 0 0 0,-5-14-11 16,5 14-4-16,0 0-5 0,-11-4-7 16,11 4 3-16,0 0-3 0,-19 2-3 0,19-2 0 15,-17 11 0-15,8-4 3 0,0 4-6 16,1 0 3-16,-2 1-5 0,1 1 3 15,0-1-3-15,1 3 2 0,0-2-6 0,1-1 2 16,2 2 5-16,1-3-3 0,3 0-4 16,0-1 2-16,1-10 0 0,1 17-3 0,-1-17-2 15,7 14-18-15,-7-14-14 0,11 8-25 16,-11-8-3-16,17 3-19 0,-17-3 6 0,16-2 4 16,-16 2 2-16,18-8 5 0,-9 2 21 0,0-2 0 15,2 0 12-15,-3-2 33 0,-1 2 3 16,-2-2 31-16,2 1 11 0,-3 0 10 0,-1-1 2 15,-3 10 2-15,5-15-9 0,-5 15-2 16,0-13-6-16,0 13-7 0,0 0-10 0,0-15-4 16,0 15-8-16,0 0-2 0,0 0-5 0,0 0 2 15,0 0-6-15,0 0-1 16,-7 12 0-16,7-12-4 0,2 12 3 0,-2-12-3 16,5 15-6-16,-3-7-5 0,4 1-33 15,-6-9-34-15,10 13-32 0,-10-13-36 0,12 13-35 16,-12-13-30-16,13 12 0 0,-13-12-29 0,14 6-345 15,-14-6 176-15,0 0 133 0</inkml:trace>
  <inkml:trace contextRef="#ctx0" brushRef="#br0" timeOffset="134984.76">31440 14482 801 0,'0'0'326'16,"0"0"-74"-16,3-13-17 0,-3 13-32 0,0 0-22 16,0 0-12-16,6-9-23 0,-6 9-19 0,0 0-17 15,0 0-9-15,0 0-20 0,14-5-11 16,-14 5-13-16,0 0-8 0,0 0-6 0,14 3-10 16,-14-3-4-16,0 0-4 0,14 7-6 15,-14-7-4-15,8 8 0 0,-8-8-2 0,6 12-1 16,-6-12-1-16,4 16 7 0,-2-7-1 0,-2-9 3 15,1 18 2-15,-1-18 1 16,-1 17-2-16,1-17-2 0,0 16-5 0,0-16-3 16,-2 12-1-16,2-12-1 0,-1 13 1 0,1-13-3 15,-1 9-1-15,1-9 8 0,0 0-1 16,0 0 5-16,-2 11-4 0,2-11-2 0,0 0-3 16,0 0-3-16,0 0 1 0,7-13 2 15,-7 13 2-15,4-13-1 0,-2 3-5 0,3-1 3 16,-2-1-2-16,3-1-4 0,-1-1-1 0,-1 1 4 15,3 1 3-15,-2 0 4 16,2 1-2-16,-2 1-4 0,1 1-1 0,1 2 0 0,2 0 5 16,-1 1 0-16,-8 6-1 0,19-8-2 15,-19 8 6-15,19-4 5 0,-19 4 4 16,18 1-1-16,-18-1-2 0,18 5 1 0,-18-5-2 16,15 12 10-16,-15-12 6 0,10 13-2 15,-10-13 7-15,7 14-9 0,-5-4-2 0,-2-10-5 16,5 15-8-16,-5-15-2 0,0 17-4 0,0-17 7 15,0 14-12-15,0-14-3 0,0 15-1 16,0-15-26-16,0 11-33 0,0-11-29 0,1 10-31 16,-1-10-34-16,0 0-44 0,3 10-67 15,-3-10-90-15,0 0-498 0,0 0 273 0,0 0-94 16</inkml:trace>
  <inkml:trace contextRef="#ctx0" brushRef="#br0" timeOffset="135296.03">31875 14199 903 0,'6'-10'463'0,"-1"0"-74"0,-3 2-34 0,-2 8-41 16,8-16-44-16,-8 16-32 0,5-14-37 0,-5 14-39 16,4-10-35-16,-4 10-26 0,5-9-25 15,-5 9-8-15,0 0-15 0,0 0-7 0,0 0-11 16,0 0 3-16,14 6-1 15,-14-6 0-15,2 18-4 0,0-6-4 0,-1 1-3 0,0 2-6 16,-1 2 8-16,1 1 23 0,-1 1-8 16,0 0 8-16,0 1-11 0,0 0-3 15,0 1-19-15,2-2 2 0,-2-2 5 0,0-1-10 16,0 1-5-16,0-4-8 0,-2-1 0 16,2-1-23-16,2 0-24 0,-2-11-42 0,0 16-35 15,0-16-37-15,2 13-54 0,-2-13-65 0,0 0-110 16,0 0-566-16,0 0 292 0,0 0-171 15</inkml:trace>
  <inkml:trace contextRef="#ctx0" brushRef="#br0" timeOffset="135736.9">31748 14402 827 0,'-13'-6'410'0,"13"6"-111"0,0 0-39 16,0 0-42-16,0-12-28 0,0 12-25 15,10-7-31-15,-10 7-22 0,16-8-17 0,-5 3-16 16,2-1-14-16,2 1-13 0,-1-1-11 16,5 0-9-16,-1-1-11 0,1 1-14 0,1-1-12 15,1 1-11-15,-2-1-8 0,-2 1-26 0,-1 0 2 16,0 0-16-16,0 0-15 0,-3 1 9 16,2 0-13-16,-4 1 8 0,-11 4-4 0,21-6 12 15,-21 6 16-15,21-6 4 0,-21 6 5 16,14-4 15-16,-14 4 3 0,15-3 8 15,-15 3 4-15,0 0 7 0,19-4 6 0,-19 4 3 16,0 0 9-16,17-2 14 0,-17 2 9 16,0 0 5-16,0 0 2 0,20 0 21 0,-20 0 2 15,0 0 13-15,0 0 0 0,17 2-2 0,-17-2 1 16,0 0-4-16,11 5-12 0,-11-5-4 16,0 0 0-16,9 8-1 0,-9-8 0 0,6 10-10 15,-6-10 1-15,4 13 2 0,-4-13-5 16,4 16-10-16,-4-4-5 0,1-2-8 15,1 2-3-15,-1 1-5 0,-2-3-2 0,1 2 1 16,1-2-10-16,0 2-12 0,-1-12-36 16,2 16-46-16,-2-16-55 0,0 13-45 0,0-13-77 15,-2 13-115-15,2-13-348 0,0 0 237 16,-5 8 18-16</inkml:trace>
  <inkml:trace contextRef="#ctx0" brushRef="#br0" timeOffset="136180.44">32101 13990 873 0,'6'-10'396'0,"-6"10"-79"0,0 0-46 15,8-9-41-15,-8 9-44 0,0 0-40 16,0 0-25-16,0 0-25 0,0 0-5 0,0 0-1 16,0 0-8-16,0 0-10 0,-6 7-14 0,6-7-5 15,-6 15-3-15,6-15-5 0,-6 16-7 16,6-16-6-16,-1 18-1 0,1-18-1 16,1 16-8-16,-1-16 6 0,4 15 8 0,-4-15 5 15,10 12 0-15,-10-12-6 0,13 7-5 16,-13-7-9-16,22 3-2 0,-22-3-2 0,25-5-5 15,-11 0-2-15,-1-1-3 0,4-5 4 16,-1-1 3-16,0-1-1 0,-1-1-1 0,0-3-1 16,-3 0 0-16,-1 1-4 0,-3-2 4 0,-3 4-4 15,-2-2-4-15,-5 5-1 0,1 0-2 16,-4 1-5-16,-2 1-3 0,-5 3-17 0,2 1-27 16,10 5-27-16,-27-6-19 0,27 6-6 15,-26 3-10-15,26-3-24 0,-22 5-43 0,12 1-39 16,3-1-42-16,7-5-52 0,-11 14-359 15,11-14 214-15,-3 11 63 0</inkml:trace>
  <inkml:trace contextRef="#ctx0" brushRef="#br0" timeOffset="136460.63">32495 13871 1243 0,'0'0'455'0,"17"-7"-71"16,-17 7-76-16,11-6-71 0,-11 6-47 15,0 0-39-15,13-6-26 0,-13 6-28 0,0 0-9 16,0 0-12-16,10 7-5 0,-10-7-6 0,2 13-9 16,-2-13-4-16,-2 21-4 0,2-7 1 15,-1 1 8-15,1 4-2 0,0 1-12 16,1 2-12-16,-1 2-4 0,2 2 0 0,-1 0-16 16,0-1 3-16,0 2-5 0,3-2 3 15,-2 0-6-15,-1-1 1 0,0-5-6 0,0 0-10 16,1-1-22-16,-1-1-25 0,-1-4-20 15,0 0-27-15,-1-2-25 0,1-1-37 0,-3-1-34 16,3-9-65-16,-1 14-90 0,1-14-470 0,-5 11 267 16,5-11-71-16</inkml:trace>
  <inkml:trace contextRef="#ctx0" brushRef="#br0" timeOffset="137006.87">32370 14305 619 0,'0'0'270'0,"9"-10"-38"16,-9 10-42-16,16-12-35 0,-9 6-29 16,6-2-22-16,-2-1-25 0,2 1-34 15,1 0-17-15,0-1-28 0,4 0-32 0,-4 1-27 0,1 1-19 16,-2-1-19-16,1 2-2 15,-2-1-4-15,-1 2 9 0,-1 0 8 0,-10 5 21 0,18-8 16 16,-18 8 4-16,17-7 8 0,-17 7 14 16,13-5-5-16,-13 5 13 0,0 0 4 15,17-5-1-15,-17 5-2 0,0 0 12 0,15-3 4 16,-15 3-1-16,0 0 3 0,13-5 15 16,-13 5 6-16,0 0 13 0,0 0 13 0,16-3 7 15,-16 3 7-15,0 0 8 0,0 0-3 16,15-4 5-16,-15 4 0 0,0 0 2 0,0 0 6 15,16-4 16-15,-16 4 16 0,0 0 5 0,0 0 13 16,15-5 4-16,-15 5 6 0,0 0-2 16,0 0-5-16,13-4-8 0,-13 4-9 0,0 0-12 15,0 0-17-15,0 0-14 0,0 0-16 16,0 0-16-16,17 0-10 0,-17 0-5 16,0 0-6-16,0 0-4 0,0 0-3 0,0 0-3 15,9 4 5-15,-9-4-1 0,0 0 3 16,2 13 3-16,-2-13 7 0,2 14-2 0,-2-14-1 15,0 16 4-15,0-5-15 0,0 0-4 0,0 1 0 16,0 1-3-16,0 0-1 0,0 0-2 16,1 2-5-16,1-4-5 0,-2 2-34 0,1-3-36 15,-1-10-27-15,1 16-30 0,-1-16-30 16,2 13-51-16,-2-13-81 0,0 0-139 16,0 12-268-16,0-12 225 0,0 0 42 0</inkml:trace>
  <inkml:trace contextRef="#ctx0" brushRef="#br0" timeOffset="137855.91">32754 14283 406 0,'0'0'300'15,"4"10"-56"-15,-4-10-14 0,0 0-44 0,5 10-50 16,-5-10-12-16,4 11-4 0,-4-11-10 16,5 7-15-16,-5-7-5 0,9 7-11 15,-9-7-25-15,10 8 3 0,-10-8 1 0,12 4-14 16,-12-4-7-16,0 0-10 0,21 3 0 15,-21-3-14-15,17-4 25 0,-17 4 8 0,19-6 5 16,-19 6 0-16,19-11 6 0,-10 4 5 0,3 0-12 16,0-2 7-16,-3 0-8 0,2-1-3 15,0 0-4-15,-1-1 1 0,-1 1 8 0,-4 1-2 16,3 1-9-16,-3 0 1 0,0 0-13 16,-5 8 2-16,8-13-7 0,-8 13-1 0,5-12-3 15,-5 12-4-15,5-9 0 0,-5 9-5 0,0 0-2 16,2-10-3-16,-2 10-1 15,0 0 3-15,0 0-1 0,0 0 1 0,0 0 4 16,-10 7 12-16,10-7-1 0,-5 11-10 0,4-2 0 16,1-9 19-16,-4 19 18 0,2-5 17 15,0 1 12-15,0 3 11 0,0 0 8 0,1 5 13 16,0 1 1-16,0 1 22 0,-1 0 6 16,0 1-15-16,-1 2 2 0,2-2-3 0,-3-1-2 15,0 0-24-15,1 1-13 0,-3-3-12 0,-3 1-12 16,-2-1-9-16,0 0-14 0,-5-3-1 15,0-1-16-15,-3-1 2 0,-1-2-16 0,-4-2-25 16,-1-1-55-16,-5-3-59 0,2-1-81 16,-4 0-55-16,2-4-43 0,-5-1-104 0,3-2-166 15,-3-4-462-15,-1-2 310 0,2-1-239 16</inkml:trace>
  <inkml:trace contextRef="#ctx0" brushRef="#br0" timeOffset="92049.02">17646 11426 412 0,'0'0'210'0,"0"0"-50"0,0 0-29 15,0 0-27-15,0 0-13 0,-4 8-17 16,4-8-13-16,0 0-16 0,-5 9-8 0,5-9-10 16,0 0-3-16,-9 10-3 0,9-10-5 0,-5 9-5 15,5-9-8-15,-6 9-5 0,6-9-1 16,0 0-3-16,-8 10-3 0,8-10 5 16,0 0-2-16,-9 8-10 0,9-8-13 0,0 0-18 15,0 0-16-15,-10 4-38 0,10-4-88 16,0 0-108-16,-10-4 88 0,10 4 66 0</inkml:trace>
  <inkml:trace contextRef="#ctx0" brushRef="#br0" timeOffset="97140.69">18353 16544 566 0,'9'12'263'0,"-9"-12"-52"15,11 15-47-15,-6-7-35 0,3-1-8 0,-3 2-15 16,2 0-18-16,3-1-13 0,0 3 6 0,-1-1-3 16,3 0-6-16,3 1 3 0,1 2-17 15,0-1-11-15,4-1 6 0,1 4 10 16,5-2 4-16,0 0 2 0,0 4 9 0,6 0 0 15,0 1-12-15,0-1 3 0,4 1-13 16,1-1-13-16,1 2-6 0,0 0-6 0,4 0-3 16,4 1-11-16,8 1-1 0,0 2 3 15,0-2 0-15,6 1-5 0,0-2 6 0,1-1 3 16,3-1-3-16,0 0 1 0,2-1-5 0,3-3-3 16,0 2-3-16,1-3-1 0,-1 1-4 15,2-6 1-15,1 3-4 0,0-4 1 0,0 0 4 16,0-1-6-16,-1 0-1 0,0-1 0 0,-8-2 2 15,-1 0 1-15,1-1-6 0,-2 0 2 16,3 1 1-16,-2-2 1 0,2 2 1 0,0-1 1 16,1-1-2-16,-2 1 1 0,0-1 0 15,14 2-2-15,-13-3-1 0,2 0 1 16,-1 0 0-16,10-1 3 0,1-2-3 0,-4 1 2 16,2-1-3-16,0-3 7 0,-3 2-7 0,0-2 4 15,-2-1 1-15,-2 1-2 0,1-4 0 16,-3 1-2-16,-11-2-8 0,0 3 2 0,-1-5-4 15,-5 2-8-15,1-2-1 0,-2 0 1 0,-3-1-5 16,0-1 7-16,-4 1-6 0,0-3 5 16,-1 2 10-16,-1-2-4 0,-1 0 1 0,0 0 6 15,-2-1-2-15,-1-2 2 0,0 3-5 16,1-2 6-16,-2 0 4 0,0 0 0 16,-4 1-6-16,-1 3 7 0,-2-1 4 0,-1 1-7 15,-2 0 5-15,-1 1-1 0,-4 2-1 16,-2 0-2-16,1 0 8 0,-2 3-5 0,1-4-7 15,-4 4 4-15,2-1 2 0,-1 1-5 0,-2 1 2 16,1-1 5-16,-2-1 0 0,2 4-4 16,-2-3-1-16,0 0 3 0,2 2-3 0,-5 1-4 15,2-2 5-15,-1 1 0 0,-1 1-10 0,1-2-14 16,-8 8-11-16,9-11 9 0,-9 11-11 16,7-12-2-16,-7 12-9 0,4-11 13 0,-4 11 0 15,0 0-14-15,-1-16 16 0,1 16-3 16,0 0 5-16,-9-11-20 0,9 11 16 15,-6-5-10-15,6 5 26 0,0 0-1 0,-13-7-1 16,13 7 10-16,0 0-12 0,-12-9 16 16,12 9-4-16,0 0 19 0,-11-6-3 0,11 6-7 15,0 0 8-15,-14-7-8 0,14 7 12 16,0 0 6-16,-10-7 2 0,10 7 6 0,0 0-2 16,-9-7-4-16,9 7-7 0,0 0-1 0,-14-7 7 15,14 7 13-15,-9-5-33 0,9 5 5 16,-13-5 11-16,13 5-2 0,-20-4 3 0,20 4-10 15,-27-2 16-15,27 2 0 0,-33-2 5 0,13 2-1 16,-2 0-3-16,-5 0-4 16,0 2-4-16,-2-2 5 0,0 3-3 0,-1-1-10 15,1-1 12-15,1 1-16 0,-1-1 12 16,2 1-1-16,1-1-4 0,3-1 1 0,3 1-4 16,2 1-1-16,18-2-8 0,-32 0 9 0,32 0-10 15,-27 1-3-15,27-1 12 0,-19 0-3 16,19 0-1-16,0 0-8 0,0 0 11 0,0 0-9 15,0 0 7-15,0 0 1 0,0 0-5 0,0 0 6 16,15-5-8-16,-15 5 9 0,32-3 0 16,-12 1-2-16,1 2-3 0,0 0 5 15,2-1-2-15,1 2-1 0,3-1 2 0,1 0-11 16,1 0 11-16,-1 2-2 0,1-1-6 16,-1-1 8-16,2 3-10 0,-3-2 12 0,0 1-7 15,1-2 7-15,-3 1-10 0,-2 0 1 16,-2-1 9-16,0 1-1 0,-2-1 1 0,-1 1-9 15,-18-1 10-15,31 0-11 0,-31 0 3 0,27 1 7 16,-27-1 2-16,21 0-4 0,-21 0 5 16,19 0 5-16,-19 0-2 0,0 0 8 0,22 0-1 15,-22 0-2-15,0 0-1 0,0 0-7 16,20 1 2-16,-20-1-7 0,0 0 5 0,0 0-2 16,9 9 1-16,-9-9 5 0,3 10-5 0,-3-10 10 15,0 13 3-15,0-13 1 0,-3 18 1 16,2-5 0-16,0 2-4 0,-2 3 5 15,-2 4-1-15,1 1-5 0,-3 5 0 0,-1-1-2 16,-1 4-3-16,0-2-3 0,-2 3 1 16,0-3-3-16,1 6-3 0,-4-1 1 0,4 1-6 15,-3-4 5-15,3-4-22 0,-4 7-43 16,0-6-50-16,4-2-55 0,-4-3-121 0,1-6-518 16,0-2 263-16,-1-2-53 0</inkml:trace>
  <inkml:trace contextRef="#ctx0" brushRef="#br0" timeOffset="148762.4">26010 8868 502 0,'-4'-14'210'16,"4"14"-26"-16,-1-15-21 0,1 15-22 0,-2-14-11 16,2 14-10-16,-2-14-23 0,2 14-2 15,-2-18-4-15,2 18 1 0,-2-17-1 0,2 17-25 16,-1-15-7-16,1 15-4 0,-2-15-6 15,2 15 4-15,-2-14-13 0,2 14-2 0,0-13-5 16,0 13-21-16,-1-12 4 0,1 12-8 0,0 0 12 16,-3-13-5-16,3 13-6 15,0 0 1-15,0-10-3 0,0 10 5 0,0 0-18 16,0 0 9-16,0 0 2 0,0 0-7 0,0 0-3 16,0 0-4-16,0 0 15 0,0 0 2 15,-9 6-4-15,9-6 0 0,0 0-10 0,-1 17 13 16,1-17-15-16,0 15 14 0,0-15-3 15,0 19-6-15,0-9 8 0,-2 2-2 0,2 0-1 16,0 0-11-16,-1 1 14 0,1 0-4 16,-2 2-3-16,2-2-5 0,0 1-2 0,-1 0 18 15,0 2-16-15,-1 0 15 0,2 1-2 0,-1-1-1 16,1-3-2-16,0 3-8 0,0-3 7 16,0 3-10-16,0-4 13 0,1 3 0 15,1 1-13-15,-1-1 14 0,0 1-4 0,2-3 0 16,0 1-11-16,1 0 15 0,0 1 0 15,0 1-7-15,0-3 5 0,-2 1-1 0,4 2 1 16,-3-3-13-16,2 2 14 0,1-2-11 0,-3 0 9 16,1 1-9-16,0-1 2 0,0-1 7 15,-1-1-9-15,0-1 11 0,2 1 0 0,-2 0 1 16,-1 0-4-16,2-2 1 0,0 3-2 16,0-4 1-16,-1 2-4 0,3-1 7 0,-1 1-3 15,0 0-11-15,0 0 13 0,2 0-4 0,-2-2 1 16,2 0 2-16,-2 3-10 15,0-4 5-15,1 0-3 0,-1 2 4 0,-5-9 6 16,9 15-12-16,-9-15 9 0,7 13-9 0,-7-13 7 16,5 12 4-16,-5-12 0 0,4 13 0 15,-4-13-7-15,4 13 10 0,-4-13-9 0,3 13 5 16,-3-13-12-16,4 15 4 0,-4-15-3 16,4 12 7-16,-4-12 17 0,4 16-20 0,-4-16 8 15,4 15-12-15,-4-15 1 0,5 15 12 0,-5-15 1 16,2 14 3-16,-2-14-14 0,1 15 11 15,-1-15-4-15,-1 15-1 0,1-15 1 0,-2 14-11 16,2-14 12-16,-4 15-12 0,4-15 11 16,-1 16-2-16,1-16 1 0,-2 15 1 15,2-15-11-15,0 15 13 0,0-15-11 0,0 17 10 16,0-17 2-16,-2 18-8 0,2-18 7 16,0 17-9-16,0-17 8 0,-4 17-10 0,4-17 8 15,-4 18 0-15,4-18 5 0,-6 18-5 0,6-18-5 16,-5 16-6-16,5-16 6 0,-6 17 9 15,3-9 2-15,3-8-4 0,-6 16-8 0,6-16 12 16,-5 17-4-16,5-17-9 0,-4 14 12 16,4-14-3-16,0 14 0 0,0-14-9 0,-2 15 9 15,2-15 1-15,0 13-2 0,0-13-1 16,-2 15-10-16,2-15 13 0,-2 14-1 0,2-14-6 16,-3 14 6-16,3-14-1 0,-5 16 0 15,2-7-11-15,-1 0 12 0,2-1-10 0,-3 2 11 16,5-10-1-16,-6 16-12 0,6-16 12 15,-6 17 2-15,6-17-4 0,-3 14 3 0,3-14-6 16,-3 14 7-16,3-14-8 0,-4 10 1 16,4-10 7-16,-1 11-4 0,1-11-6 0,-3 9 7 15,3-9 3-15,0 0-2 0,-2 13-1 0,2-13-6 16,0 0 1-16,0 0-2 0,-3 11 8 16,3-11-10-16,0 0 12 0,0 0 2 0,0 0-5 15,0 12 1-15,0-12-11 0,0 0 11 16,0 0 0-16,5 11-5 0,-5-11 7 15,0 0-12-15,0 0 10 0,4 8-8 0,-4-8 10 16,0 0-1-16,0 0 1 0,0 0-2 16,5 9-11-16,-5-9 11 0,0 0-2 0,0 0 3 15,0 0-1-15,0 0 0 0,5 7-14 0,-5-7 16 16,0 0-3-16,0 0-13 0,0 0 15 16,0 0-3-16,4 11-9 0,-4-11 13 0,0 0-9 15,0 0 10-15,0 0-11 0,0 0 12 16,2 10-11-16,-2-10 14 0,0 0-6 15,0 0 19-15,0 0-1 0,0 0 4 0,0 0 4 0,0 0-3 16,0 0 9-16,0 0-11 0,0 0-7 16,0 0 6-16,0 0-3 0,0 0-9 15,0 0-8-15,-7 7 1 0,7-7-22 0,0 0-53 16,-21 0-84-16,21 0-169 0,-28-4-372 16,8 1 223-16,-3-4 45 0</inkml:trace>
  <inkml:trace contextRef="#ctx0" brushRef="#br0" timeOffset="152926.09">12134 14416 455 0,'0'0'261'0,"0"0"-63"0,0 0-32 16,3 9-29-16,-3-9-10 0,0 0-13 15,0 0-7-15,-7 11-11 0,7-11-19 0,-6 5 7 16,6-5-17-16,-10 6-4 0,10-6-12 0,-9 7 8 16,9-7-11-16,-12 6-18 0,12-6 1 15,-11 6-5-15,11-6-3 0,-17 6-5 0,17-6-16 16,-20 5 15-16,20-5-21 0,-25 2 13 16,25-2-11-16,-30 1 11 0,12-1 6 0,-1-1 3 15,-2-1 3-15,-4-2-9 0,1 0 17 16,-3 0-1-16,0-2-3 0,-2-2-2 15,0-2 4-15,-2-3-13 0,-5 0 5 0,2-5-5 16,1 1-12-16,-2-2 16 0,2-2-4 0,1-1-6 16,0-2-3-16,-2-1-8 0,2-1 5 15,2-2-3-15,-4-1-11 0,4 0 10 0,-7-7-10 16,1-2 6-16,1 0 0 0,1-2-12 0,0 1 12 16,0-1-10-16,0-3 6 0,2-1-3 15,0 1 3-15,2-1-1 0,-2-1 7 0,1-1 0 16,-1 1-8-16,3 1 11 0,-2-1-3 15,2 0 4-15,3-2-1 0,-3 1-1 0,2-2 6 16,2 1-10-16,-2-1 13 0,3 0-7 16,2 0 15-16,0-5 2 0,6 9 8 15,2-1 7-15,-4-10-1 0,6 8-4 0,2-3-5 16,0-3 2-16,5 3-6 0,0-3-8 0,1 0 4 16,1 2-15-16,2-4-4 0,0 4-16 15,0 0-15-15,-1-1-1 0,1 4-13 0,1-1 14 16,-4 2 0-16,4 0 6 0,-1 1 16 15,0 0 1-15,0 2 2 0,-1 5-4 0,2-4 12 16,-1 4 1-16,1 0 9 0,0 1 2 0,1 0 1 16,1 1 2-16,0-1-1 0,-1 3 8 15,4-3-10-15,-2 4 13 0,1 0-6 16,1 1-3-16,-3 1-5 0,2 1-8 0,-1 3 4 16,-1 2-16-16,1 1-7 0,2 1 10 15,-4 2-2-15,2 2 11 0,-2 0-9 0,0 2 15 16,1 1 1-16,-1-1 4 0,0 2-4 15,-1 0 1-15,0 1 11 0,0 1 2 0,0 0-11 16,0 2 4-16,-1 1-1 0,1-2-1 0,0 13-14 16,-1-19 9-16,1 19-3 0,-2-17 2 15,2 17-7-15,-1-13-1 0,1 13 0 0,-1-11-18 16,1 11 2-16,-5-8 0 0,5 8-7 0,0 0 13 16,0 0 5-16,-22 3-2 0,13 2-7 15,-5 4 17-15,-1 3 3 0,-7 5-6 16,0 2 13-16,-3 6-2 0,-2 1 1 0,0 3 7 15,-1 4-11-15,-1 0 6 0,-4 6-7 16,-2 1 6-16,2-1-6 0,0 1-13 0,1 1 11 16,4-7-1-16,2 1-1 0,1-3-3 15,1 0-4-15,0-4 6 0,1-2-7 0,6-5 6 16,-1-1-1-16,5-5 6 0,2 0-10 0,1-5 8 16,2 0-4-16,0-3 0 0,8-7 5 15,-8 6-9-15,8-6 12 0,0 0-8 0,2-12 4 16,3 0 2-16,4-5-10 0,0-2 9 15,7-6 4-15,4-5-4 0,1-2 0 16,1 0-2-16,2-1 0 0,-1 0 3 0,3 2 2 0,-2 1-5 16,0 1 0-16,0 1-8 15,-1 1 2-15,3 2 10 0,-2 0 0 0,-4 5-9 16,4-4 5-16,-3 4 2 0,1 1 14 0,-2 0 0 16,2 2 6-16,-2 0-6 0,1 1 3 15,2 0 16-15,-3 1 3 0,-2 2 0 0,1 1-4 16,3 1 7-16,-3 0-6 0,0 2 7 0,4-2-3 15,-5 4-9-15,2 2 2 0,2-2-3 16,-4 3-5-16,1 1-3 0,-1 1-3 0,1 2-3 16,0 2-5-16,0 1 3 0,3 3-4 15,-2 3-1-15,1-1-8 0,2 6 2 0,-2 3-1 16,2 2-1-16,0 4-4 0,2 3 4 16,-3 2 1-16,1 1-20 0,-1 3-35 15,1-1-35-15,0 0-66 0,-1 2-108 0,-2-3-188 16,2-1-225-16,-5-6 216 0,-1-2 62 0</inkml:trace>
  <inkml:trace contextRef="#ctx0" brushRef="#br1" timeOffset="-8648.28">20720 10814 643 0,'4'-18'398'0,"-3"0"-70"0,2 2-67 16,-2 3-55-16,1 2-51 0,-2 11-31 15,-2-10-18-15,2 10-15 0,-4 9-24 16,-2 10-17-16,-7 16-7 0,-5 20 1 0,-6 14 0 0,-8 28-4 16,-5 13 22-16,-3 12-14 15,-4 10-7-15,-6 14-6 0,3 8 12 0,-14 45-18 16,0 3-11-16,1 4 13 0,-3 7-16 16,-1 5-21-16,1-3 20 0,0 4-10 0,-3-2-15 15,1-5-5-15,2-3 2 0,2-6-1 0,6-7-8 16,12-41 2-16,3-2 10 0,3-2-25 15,4-6-21-15,6-4-52 0,1-6-47 0,5-7 18 16,2-9-36-16,2-8-49 0,6-24-31 0,-2-4-272 16,4-4 160-16,2-10 179 0</inkml:trace>
  <inkml:trace contextRef="#ctx0" brushRef="#br1" timeOffset="-7842.16">19707 11841 582 0,'11'-35'203'0,"5"-2"-39"0,4-1-27 0,8-6-11 15,6 0-25-15,5-2-12 0,4 0-11 16,6 1-14-16,6 0-11 0,5 1-12 0,18-8-6 15,2 3-7-15,7 1-11 0,5 2 0 0,2 0-5 16,8 2-10-16,3 1 6 16,5 0 3-16,6 0-3 0,6-1 1 0,6 2-6 15,4-1 2-15,6 0 4 0,6-3 5 0,7 2-1 16,3-4-2-16,4 0 4 0,7-2 23 16,36-13 10-16,-1-1 0 0,-2 3 1 0,-37 11-2 15,6 0-23-15,35-10 5 0,-39 13-10 16,3 1 7-16,-2 3-10 0,1 1-2 0,1 2-3 15,-5 2-5-15,-2 4 6 0,-3 1-6 0,-1 5 5 16,-3 0-13-16,-3 4 1 0,0 2 1 16,-1 1-2-16,2 2 8 0,-3 4-9 0,2-3 3 15,0 1-19-15,0 1 15 16,0-1-1-16,3-3-5 0,-3-3-6 0,2 0 15 0,-2-2 6 16,0-1-11-16,1-2 9 0,-1 0 3 15,-3-1 13-15,0 0-23 0,-3-1 1 16,2 0 2-16,-3 3-2 0,-2 1-9 0,-3 1 10 15,-3 3-4-15,-6 1 1 0,-1 3 2 0,-4 0 0 16,-1 5 0-16,-20 3-9 0,0 1 10 16,2 3-5-16,-2 0 3 0,4 2-1 0,-1 0-4 15,0-1 9-15,0 2-2 0,-1 0-4 16,0-1-8-16,-2-1 15 0,-2 1 0 0,-3 1 2 16,-1 0-4-16,-2 2-7 0,-1 1 9 0,-4 0-3 15,-1 0 3-15,-2 3-7 0,-1 1-4 16,-4 3 8-16,0-1-15 0,-2 3 3 15,-3 1-10-15,1-1-12 0,-4 1 2 0,-1 2-15 16,-1-3 9-16,-5 1 12 0,-10-3 0 16,-1-1 10-16,-2 0-2 0,-3-1 9 0,0 0 2 15,-10-2-5-15,-1 0-26 0,-3 0-19 0,-8-2-31 16,1 0-11-16,-2 2-8 0,-6-2-9 16,-1 1-17-16,0 0-4 0,0-1-35 0,-1 3-76 15,-1-3 79-15,-2 2 46 0</inkml:trace>
  <inkml:trace contextRef="#ctx0" brushRef="#br1" timeOffset="-7509.62">32555 9507 663 0,'14'14'230'0,"2"1"-40"0,3 5-34 0,3 5-43 16,3 2-24-16,0 6-28 0,2 2-5 15,4 11-14-15,-2 3-1 0,2 4-7 0,-2 4-11 16,-2 5 2-16,-3 2-8 0,-1 5-6 0,-1 4-2 15,-1 4-6-15,-3 4 14 0,7 21 3 16,-3 4-1-16,2 3-5 0,2 1-2 0,1 3 8 16,1-1 19-16,3 1-5 0,1 2-24 0,2 1 9 15,3-2-4-15,1-5 2 0,1 0 27 16,0-5 13-16,0-4-19 0,1 0 13 0,0-2-10 16,1 2-17-16,-1 0 10 0,-1 0 19 0,0-3 7 15,1 2-10-15,1 2-22 16,-2 4-19-16,-2-1-4 0,-5-1-14 0,-1 1-1 15,-22-3 14-15,-9-19-17 0,0 1-17 0,0 2-10 16,0 0-12-16,0-5-23 0,0 1-13 16,0 1-5-16,0-3-34 0,0 2-48 0,0-2-99 15,0-1-201-15,0-2 149 0,0-1 217 0</inkml:trace>
  <inkml:trace contextRef="#ctx0" brushRef="#br1" timeOffset="-6508.93">32809 16456 651 0,'-41'21'306'16,"-8"6"-43"-16,0-2-53 0,-2 0-28 0,1 0-13 16,-3-3-32-16,-2 1-32 0,0-1 6 15,-2-1-22-15,-3 1-24 0,1-3 4 16,-5 2-10-16,-1-2-8 0,-2 0-2 0,-2-1-3 16,-3 1 1-16,0-2 10 0,-4 2 0 0,-3-1 3 15,1 1 0-15,-5 0-11 0,-1 2-19 16,0-2-7-16,-4 1-2 0,-18 5-2 0,0 0 2 15,-1 3-6-15,-3 0 6 0,-3 0-1 0,0 0-3 16,-2 2-4-16,-3-1-1 0,-2 2 7 16,0 1-1-16,-3 1 1 0,-1 0 0 0,-2 2 1 15,-2 0 6-15,-1 1-3 0,-3 3-1 0,0-3-4 16,0 0-7-16,-1 0-8 16,0-1-9-16,1 2-9 0,-3-1 0 0,0-1 0 15,5 0 5-15,0 1-2 0,-1-3-4 0,3 2 8 16,2-3 2-16,0 0 0 0,1-1 2 15,2-2 5-15,2-1 15 0,1 2 2 0,0-2 3 16,3-2 8-16,-1 2-7 0,4-2 12 0,0-2 4 16,4 0-5-16,1 1-5 0,0-3 4 15,16-5-4-15,-1 2-6 0,0-1-9 0,-1-1-6 16,1-2-10-16,-1 2-2 0,2-3-10 0,0 1-6 16,0-3-8-16,1 1 3 0,-2-2-8 15,-1 1-1-15,2-1-3 0,0 1 4 16,0-2-1-16,1 3 4 0,-1-1 1 0,1 0 7 15,0-1 7-15,3 3-3 0,-2-3-3 0,4 2-4 16,-3-1-2-16,3 2-5 0,-1-1-8 16,0 0 9-16,2-1 5 0,0 0-5 0,0-2 9 15,1 1 7-15,2-3-2 0,0 1 9 0,3 0-3 16,1-2 1-16,0 0 3 0,1-2 5 16,4 1 5-16,-2-3 2 0,1 0-2 0,3-1 4 15,9 0 4-15,1-2-3 0,-2 0 5 0,4 0 4 16,-1-2-5-16,2 1-1 0,3-2 4 15,-3 0-11-15,1-1-1 0,2 1-6 0,2-3-7 16,2 1 3-16,2-2 1 0,0 2 2 0,4-2 6 16,0 0 5-16,3 0 4 15,6 0 8-15,-4-3 17 0,6 4-1 0,0-2 4 16,-1-1 1-16,3 1 2 0,0-2-3 0,0 1 1 16,-8-3 1-16,1-2-1 0,1-1 4 15,-3 1 1-15,-2-3 3 0,1 0 15 0,-3-1 13 16,-9-2 7-16,3-3 8 0,-2 2 10 0,11 0-9 15,-8-2-15-15,10 1-6 0,-7-5-21 16,3 0-19-16,7 2-5 0,1-1-12 0,1-2-11 16,-5-4-10-16,1 0-7 0,-1-1-8 0,0 0-6 15,-2 0-5-15,-1-3-11 0,-2 3-3 16,0-3 9-16,-2 2-6 0,-1-1 13 16,-3-1 2-16,-4 0 6 0,-3 1 4 0,-1-3 4 15,-1 1 7-15,-1-1 6 0,-5-2 15 0,1 1 8 16,-3 0-3-16,-14-10 0 0,-1 4 7 15,2-4 4-15,2-1-4 0,2-2 11 0,4-8-12 16,9-1-19-16,5-10-22 0,13-10-17 16,6-8-44-16,11-14-80 0,9-11-82 0,3-10-148 15,2-8-552-15,3-7 292 0,-4-7-160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87.50488" units="1/cm"/>
          <inkml:channelProperty channel="Y" name="resolution" value="2056.9365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09T21:36:36.57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12920 502 598 0,'-5'-15'417'0,"2"5"-48"15,3 10-36-15,-2-19-29 16,-2 9-21-16,1 0-38 0,3 10-27 0,-5-17-26 16,5 17-20-16,-4-15-9 0,4 15-15 0,-3-12-21 15,3 12-18-15,-4-11-12 0,4 11-20 16,-4-8-28-16,4 8-7 0,0 0 0 0,0 0-17 16,0 0 9-16,-2 13-5 0,0-3 6 0,2 5-21 15,0 1 9-15,0 4-4 0,-1 5-1 16,1 2 4-16,0 0-3 0,-1 1-1 0,-1-1-12 15,1 3-5-15,0 2 12 0,-3 3-2 16,0-2-13-16,-5 6-2 0,3 1-21 0,-3-2-13 16,-1 1-21-16,-2-3-21 0,3-5-16 0,2-1-21 15,-2 0-28-15,2-6-34 0,2-3-41 16,3-1-43-16,-1-4-62 0,1-4-83 16,-1-1-327-16,3-11 241 0,0 12 13 0</inkml:trace>
  <inkml:trace contextRef="#ctx0" brushRef="#br0" timeOffset="286.08">13152 617 973 0,'9'-17'451'16,"-3"4"-87"-16,1 0-56 0,-2 1-37 0,-1 2-55 15,1 0-27-15,-1 2-28 16,-4 8-29-16,6-13-19 0,-6 13-27 0,5-10-16 15,-5 10-13-15,4-9-7 0,-4 9-9 0,0 0 5 16,0 0-12-16,6 9-3 0,-6-9-7 16,3 17 1-16,-4-3-10 0,1 5 6 0,-2 1-5 15,0 5-2-15,-2 7 2 0,0-1-2 16,-1 2 0-16,-1 3 2 0,1-3-6 0,1 1-10 16,-1-2 1-16,2-2-12 0,-1-3-34 0,0-5-40 15,2-2-57-15,1-1-59 0,-2-3-80 16,2 1-84-16,-3-7-471 0,0 0 270 0,4-10-80 15</inkml:trace>
  <inkml:trace contextRef="#ctx0" brushRef="#br0" timeOffset="506.55">12869 929 771 0,'-19'1'458'0,"19"-1"-110"0,0 0-46 15,0 0-38-15,-18-3-41 0,18 3-46 0,0 0-37 16,0 0-30-16,4-13-20 0,-4 13-22 16,13-10-12-16,-1 2-16 0,1 1-10 15,6-1-24-15,0 1-37 0,3-1-33 0,7 0-25 16,2 0-29-16,-2 2-27 0,3-1-32 16,0 1-41-16,0 0-70 0,-5 0-325 0,-2 1 189 15,2 0 109-15</inkml:trace>
  <inkml:trace contextRef="#ctx0" brushRef="#br0" timeOffset="1280.66">13545 763 322 0,'0'0'231'0,"0"0"-39"0,8-9-12 0,-8 9-13 16,0 0-9-16,0 0-23 0,0 0-7 16,1-10-1-16,-1 10-2 0,0 0-10 0,0 0-26 15,0 0 13-15,-4-11-5 0,4 11-4 0,0 0-24 16,0 0-5-16,-14-6 8 0,14 6-11 16,0 0-12-16,-18 5 5 0,18-5-4 0,-19 10 7 15,6-4-5-15,-2 7 2 16,0-1-1-16,-6 7-6 0,3 0 0 0,-2 2 5 0,1 2-4 15,0 3 10-15,1-2-2 0,5 0-5 16,-1-1-9-16,5-4-4 0,3 1-3 16,2-3-9-16,0-2 0 0,4 0 0 0,1-2-9 15,2-2 4-15,2-2-12 0,0-2 9 0,4-1-6 16,-9-6-6-16,23 5-7 0,-23-5-9 16,28-5-8-16,-10-1-17 0,0-3-5 0,1-3-7 15,-1-1 5-15,1-4 7 0,0 1 1 16,-5-1 6-16,-1 0 7 0,-2 1 5 0,-2 1 9 15,-1 2 3-15,0 0 6 0,-5 4 9 0,1 0-3 16,-4 9 0-16,4-13 1 0,-4 13 2 16,0 0 8-16,0 0 10 0,0 0 4 15,0 0-4-15,-13 5 0 0,13-5-6 0,-7 16-4 16,3-7 8-16,1 1-7 0,2 0-4 16,1 3 1-16,0-2 0 0,0-1-13 0,4 0 5 15,-1 1 3-15,0-3-5 0,6 2-5 0,-1-5-5 16,2-1-6-16,-10-4-29 0,24 6-5 15,-24-6-9-15,32-4-11 0,-14-2-17 0,1-2-16 16,0-3-15-16,4-4 18 0,-2-1-17 16,-2-3 26-16,-4 0 26 0,3-2 12 0,-8 4 22 15,3 0 28-15,-4 1 11 0,-4 3 18 0,-1 2 1 16,0 2 8-16,-4 9-1 16,2-12 10-16,-2 12 7 0,0 0 5 0,0 0-6 0,-9-6 7 15,9 6-6-15,-6 7 3 0,6-7 2 16,-7 14-6-16,5-4-1 0,-2 2-6 15,3 1 2-15,-3 0-2 0,3 3 0 0,-2 0-10 16,2 0-10-16,1 1-1 0,-1 0-6 0,-1-1-2 16,2 1-7-16,0-3 0 0,0 1-7 15,0 1-1-15,0-4-2 0,-1 3-21 0,1-2-23 16,-1 0-19-16,-2-2-30 0,2 1-23 16,-2-3-21-16,3-9-40 0,-3 18-22 0,3-18-48 15,-3 11-62-15,3-11-88 0,0 0-248 0,0 0 202 16,0 0 88-16</inkml:trace>
  <inkml:trace contextRef="#ctx0" brushRef="#br0" timeOffset="1751.24">13758 849 598 0,'0'0'257'0,"0"0"-17"16,0-12-21-16,0 12-13 15,0 0-30-15,0 0 0 0,0 0-17 0,4-12-37 16,-4 12-1-16,0 0-25 0,9-8-15 16,-9 8-28-16,10-5-2 0,-10 5-11 0,19-7-16 15,-7 3 4-15,3-1-5 0,3 1-8 0,-2 2-7 16,5-1-13-16,-1-1-7 0,2 2-31 15,2-2-7-15,-1 0-6 0,0 0-11 0,0 0 24 16,-4 1 0-16,-1-2 12 0,0 2-9 0,-18 3 31 16,25-5 9-16,-25 5 16 0,21-3 15 15,-21 3-15-15,15-4 18 0,-15 4-1 0,0 0 14 16,13-4-5-16,-13 4 0 0,0 0-8 16,0 0-6-16,0 0 3 0,0 0-2 15,0 0-3-15,-4 8 3 0,4-8-6 0,-6 13 8 16,1-5-4-16,-2 3 17 0,1 3 2 15,-2 0 5-15,3 1-1 0,-3 3-3 0,2 2-5 16,-3 1-4-16,4-1-5 0,0 1-6 0,-2 0-7 16,6-2-15-16,-3-1 4 0,4-1-5 15,0 1 0-15,3-2-12 0,-1-2-44 0,1 0-45 16,2-2-69-16,3-1-91 0,-2-5-117 16,-6-6-350-16,19 8 235 0,-19-8 24 0</inkml:trace>
  <inkml:trace contextRef="#ctx0" brushRef="#br0" timeOffset="2318.57">14526 452 997 0,'1'-13'402'0,"-1"13"-56"0,0 0-62 16,0 0-25-16,4-12-41 0,-4 12-29 0,0 0-33 16,0 0-26-16,0 0 37 0,0 0 2 15,0 0-23-15,0 0-15 0,4 17-20 0,-4-6-12 16,1 3-16-16,-1 3-10 0,3 2 23 15,-2 4 12-15,0 2 0 0,3 2-16 0,-1-1-12 16,-2 1-11-16,5 3-7 0,-3-2-13 0,-1-2-9 16,1-1-4-16,1 0-6 15,-3-3-8-15,3-4 0 0,-3-1-10 0,2-2-5 16,-2-2 5-16,-1-1 1 0,1-1 5 0,1-1-7 16,-2-10-2-16,-2 14-7 0,2-14 5 15,0 0-1-15,-3 9-6 0,3-9-2 0,0 0 4 16,-11-6-9-16,11 6 12 0,-11-11-8 0,11 11 1 15,-16-11-6-15,7 4 4 0,9 7 3 16,-19-10-4-16,9 6 2 0,10 4 2 0,-29 0-3 16,10 4 0-16,1 0 4 0,-4 3-2 0,2 0 3 15,1 3 2-15,1 0 0 0,1 2-5 16,1 2-1-16,1 0 1 0,4-1-3 0,2 0 4 16,1 0 2-16,1 1 5 0,3-3-5 15,0 0-4-15,4-11 9 0,3 21-9 0,-1-13-31 16,4 0-68-16,1 0-43 0,2-3-41 0,1 0-41 15,5-1-49-15,1-1-61 16,0-1-37-16,2-2-68 0,1-3-412 0,2 1 273 16,-3-2-94-16</inkml:trace>
  <inkml:trace contextRef="#ctx0" brushRef="#br0" timeOffset="3023.77">14786 776 607 0,'0'0'390'15,"0"-12"-67"-15,0 12-25 0,0 0-30 0,0-12-29 16,0 12-29-16,0 0-36 0,0 0-26 0,0 0-26 15,0-10-23-15,0 10-6 0,0 0 6 16,0 0 3-16,0 0-4 0,-6 12-17 0,6-12-14 16,-7 17-7-16,6-6 10 0,-3 1-6 0,-1 1-5 15,2 1-7-15,0 2-15 0,-1-1 0 16,0 2-4-16,3-1-14 0,-2-1-5 16,2 1-2-16,-2-2-2 0,2-2 3 0,0 0 0 15,1-2-9-15,0-10-2 0,0 19 2 16,0-19-4-16,1 13 11 0,-1-13-8 0,4 12-7 15,-4-12-14-15,0 0-8 0,9 4-15 16,-9-4-9-16,10-5-1 0,-10 5 2 0,14-12 0 16,-6 3 7-16,-2 0 10 0,3-2 2 0,-1 0 9 15,-3 2 6-15,1 1 2 0,0-1 1 16,0 1 8-16,-6 8 1 0,6-10-3 0,-6 10 8 16,7-7 0-16,-7 7 12 0,0 0-1 0,0 0 1 15,0 0-2-15,0 0-5 0,5 7 6 16,-5-7-1-16,1 12-4 0,-1-12 7 0,0 15 1 15,0-15 20-15,3 16 9 16,-3-16-10-16,3 17-9 0,-3-17 0 0,11 15-7 16,-11-15-1-16,11 12 5 0,-11-12-10 0,15 4 1 15,-15-4-11-15,21 0 6 0,-21 0-5 16,24-10-2-16,-11 1-4 0,-1-1-1 0,1-3 5 16,1-1-5-16,-2-5-1 0,-2 0-2 0,1-1 1 15,-3 1 1-15,-1-4 6 0,-4 3-12 16,2 1 12-16,-3 2 0 0,-1 1-8 0,-2 3 17 15,-1-2-8-15,1 2 0 0,-4 3-2 16,1 0-3-16,0-1 5 0,-1 3 3 0,1 0-9 16,4 8 7-16,-11-13-9 0,11 13 5 0,-10-10-1 15,10 10-7-15,-9-5-8 16,9 5-6-16,0 0-31 0,-13-6-23 0,13 6-36 16,0 0-27-16,0 0-46 0,-13 5-45 0,13-5-69 15,0 0-71-15,0 0-376 0,0 0 245 16,0 0 4-16</inkml:trace>
  <inkml:trace contextRef="#ctx0" brushRef="#br0" timeOffset="4351.93">15368 778 381 0,'0'0'178'0,"0"0"-25"0,-8-7-15 0,8 7-7 16,0 0-15-16,0 0-19 0,-10-7-15 15,10 7-18-15,0 0-2 0,-9-6-2 16,9 6-15-16,0 0-6 0,-13-6-1 0,13 6 3 16,0 0-4-16,-19 2-3 0,19-2-8 0,-14 7 16 15,14-7-11-15,-20 10 2 0,8-1 1 16,0-1-2-16,-3 4 5 0,3 2 18 0,-1 2-26 15,-1 0 19-15,4 2-9 16,-2 1-17-16,2-1 11 16,2 2-2-16,2 0-21 0,2-3 20 0,0 1-12 15,4-2 10-15,2 0-28 16,0-3 19-16,3 2-16 0,0-5 2 0,4 1 3 16,1-3-8-16,2 0-3 0,-12-8-13 0,24 5-15 0,-24-5-7 0,27-2-17 15,-13-1 5-15,4-5 3 0,-4-1 6 0,4-5 4 16,-3-1 8-16,3-1 2 0,-4-6 7 0,1 0 15 15,-2-1 16-15,-3 2-4 0,-2 0 56 16,-3 2 9-16,-1 2 5 0,-1 0-16 0,-2 4 14 16,-1 0-16-16,0 2-3 0,-3 1-9 0,3 10-13 15,-4-14-3-15,4 14-7 0,-6-7 7 16,6 7-3-16,0 0-1 0,0 0-6 0,-15 5-4 16,15-5-1-16,-4 10-12 0,4-10 7 0,-3 18-12 15,3-7 3-15,3 0 9 0,-2 1-14 16,2-1 12-16,3 3-1 0,-1-2 1 15,4-1-11-15,-1 1 4 0,3-1-15 16,-2-3-15-16,4 1-8 0,1-3-45 0,0-2-47 16,1 1-41-16,-1-4 1 0,-14-1-20 0,35-1-10 15,-16-4-30-15,1-2-238 0,-2-2 148 16,0-2 223-16</inkml:trace>
  <inkml:trace contextRef="#ctx0" brushRef="#br0" timeOffset="4614.46">15703 823 734 0,'7'-15'193'15,"-1"2"-7"-15,-2 0 12 0,2 0 2 16,-3 1-4-16,-2 1-7 0,-1 1-22 0,1-2 8 15,-1 12-17-15,2-17-14 0,-2 17-11 16,-2-15-12-16,2 15-16 0,-1-12 0 0,1 12-8 16,-1-11-10-16,1 11-17 0,0 0-15 15,-3-8 7-15,3 8 4 0,0 0 14 16,0 0-3-16,-7 12-3 0,7-12-6 0,-4 16 0 16,3-3-5-16,-2 0 11 0,2 4-15 0,-2-1-6 15,2 3-8-15,0 6 3 0,-1-2 0 16,1 1-6-16,1 3 4 0,-1-1-11 0,-1 1-5 15,2-2-11-15,-1 0-8 0,1-4 2 16,1 0-6-16,-1-5-2 0,0 1-4 0,2-3-29 16,-1-2-39-16,-1 0-25 0,0-12-32 0,0 17-46 15,0-17-55-15,0 0-71 0,1 10-62 16,-1-10-54-16,0 0-420 0,8-13 270 16,-7 4-78-16</inkml:trace>
  <inkml:trace contextRef="#ctx0" brushRef="#br0" timeOffset="5315.48">15647 729 375 0,'0'0'279'0,"-15"-2"-66"16,15 2-32-16,0 0-38 0,0 0-25 16,-15-3-10-16,15 3 8 0,0 0-5 0,0 0-1 15,0 0-19-15,0 0-2 0,0 0-10 16,16 3-9-16,-16-3-24 0,22 0 16 0,-22 0-26 16,33-3-9-16,-13 0 7 0,7 2-12 0,1-2-9 15,5-1 4-15,-2 2-8 0,2-2-18 16,0-1 14-16,2 1-2 0,-4 0-9 0,-5-2 10 15,0 3-4-15,-2 0 8 0,-5 0-19 16,-1 1 7-16,-4-2 13 0,-14 4-19 0,22-3 28 16,-22 3-28-16,0 0 25 0,20 1-2 0,-20-1-15 15,0 0 15-15,5 6 8 16,-5-6 1-16,0 0 1 0,-1 15 5 0,1-15 6 16,-7 15-3-16,7-15 21 0,-6 20-8 0,2-9 3 15,2 3 11-15,-1 1-2 0,1-1-13 16,-1 1-10-16,2 1-2 0,1 0-6 0,1 0-9 15,-1-1-2-15,4 0 0 0,0-1-1 16,1-1-3-16,2-1-5 0,2-1 0 0,3-2-1 16,1-1-12-16,1-1-19 0,1-3-9 0,3-1-21 15,1-3-28-15,0-1 5 0,4-4-25 16,1 0 23-16,-1-6 8 0,4-1-1 0,-5-1 8 16,1-3 20-16,-4-2 1 0,-1-4 32 15,-3 2 29-15,-2-1 15 0,-5 0 21 16,-1 1 15-16,-3 2 1 0,-3 4 1 0,-1 0-2 15,-1-2-5-15,-3 4-1 0,-2 1 0 0,-2 3 7 16,2 0 0-16,-3 2-10 0,9 6 9 16,-23-5-11-16,23 5-4 0,-23 5 9 0,10 1-2 15,-1 1-1-15,4 2-7 0,-2 1-10 16,1 3-3-16,-1 3-9 0,6-1-7 0,-3 0-6 16,4 1 3-16,1 1-5 0,2-1-2 0,0 0-2 15,5 1-6-15,1-2 1 16,2 0-19-16,4 0-33 0,3-1-50 0,1-1-50 0,2-2-33 15,4-3-58-15,-1 0-58 0,4-5-93 16,0 0-282-16,0-3 214 0,5-2 63 16</inkml:trace>
  <inkml:trace contextRef="#ctx0" brushRef="#br0" timeOffset="6023.93">17045 396 859 0,'0'0'410'16,"0"0"-82"-16,0 0-57 0,10-8-47 16,-10 8-31-16,0 0-38 0,0 0-24 0,0 0 1 15,0 0-6-15,12 10-12 0,-8 0-7 16,-2 3-8-16,1 4-14 0,2 1-21 0,-4 7-7 15,0 9 5-15,-1 1-5 0,-1 3-5 0,0 9-14 16,-4 1-5-16,1 1-6 0,-1 0-5 16,-3 0-5-16,3-4-2 0,-4-1-4 15,4-5-2-15,0-6 2 0,1-3-1 0,-1-5-3 16,1-4-7-16,2-1 2 0,-1-4-13 16,0 0-31-16,1-5-45 0,1-2-82 0,1-9-122 15,0 0-139-15,0 0-421 0,0 0 274 0,0 0-92 16</inkml:trace>
  <inkml:trace contextRef="#ctx0" brushRef="#br0" timeOffset="6376.77">17073 534 920 0,'0'-17'389'0,"2"-4"-90"16,3-2-55-16,-2 1-44 0,4-2-5 15,3-1-35-15,0 2-22 0,3-1-14 0,0 0-28 16,2 1-17-16,-3 5-12 0,4-1-11 0,-2 3-13 16,4-2-7-16,0 4-2 0,1 3-15 15,0 1-4-15,-1 0-1 0,1 6-3 0,-1 1-2 16,1 3-1-16,4 3 3 0,0 1-3 16,-1 5-7-16,2 3-2 0,0 5 3 0,-2 2 1 15,1 8-2-15,-4-4 7 0,-5 0-3 0,1 2-1 16,-4 2-5-16,-4 0 1 0,1-4 2 15,-7 1-3-15,-2-1 1 0,-3 1-4 16,-5-2 5-16,-4 1-6 0,0-1 1 0,-3-3-8 16,-6-1-14-16,1-1-29 0,-5-5-27 15,-2-1-7-15,4-2-9 0,-2-5-15 0,1 1-1 16,3-5-45-16,1 0-75 0,-1-7-154 16,4 1-179-16,0-5 170 0,8-2 146 0</inkml:trace>
  <inkml:trace contextRef="#ctx0" brushRef="#br0" timeOffset="7348.45">17655 824 513 0,'-20'2'243'0,"7"2"-21"16,-3 2-18-16,0 0-13 0,1 4-9 15,-4 2-1-15,3 1-10 0,-5 4-27 0,1 2-2 16,5-2-21-16,-3 4-12 0,5-3-17 16,2-1-18-16,1 1-14 0,2-1-12 15,3 1-3-15,0-1-24 0,3-2 2 0,2 0-5 16,1-1-12-16,0-2 0 0,5 1-34 0,-1-2-11 16,3-3-37-16,-1-1-18 0,4 0-14 15,-11-7-21-15,19 5-15 0,-19-5-1 0,23-5-1 16,-10 0 3-16,1-3 6 0,0-4 26 15,1-1 19-15,-1-4 12 0,3-3 21 0,-3-2 22 16,1 0 27-16,-3-2 47 0,-1 4 37 0,-2 2 21 16,-4 1 27-16,-1 1 0 0,-1 2-1 15,-1 3-6-15,-2 11-12 0,-1-18-4 16,1 18 9-16,-5-10-6 0,5 10-21 0,0 0-5 16,0 0-17-16,-17 1-4 0,17-1-6 15,-13 12-14-15,9-3 1 0,2 1-8 0,-2 2-9 16,4 1 6-16,-1-1-1 0,1 1-6 15,1 0 0-15,0-1-7 0,3 3 5 16,1-4-9-16,2 2 2 0,0-4-2 0,2 2-24 0,2-3-33 16,0-2-3-16,-1-2-39 0,-10-4-18 15,23 3 14-15,-23-3 16 0,24-4 15 0,-10-3-2 16,2 1 14-16,0-7 20 0,-2-1 2 0,5-3 11 16,-1-4-1-16,0 1 22 15,-4-2 4-15,0 0 42 0,-3 3 24 0,0 1 7 16,-3 0 22-16,-2 4-14 0,-1 0 8 0,0 2 3 15,-2 1-9-15,-2 2-6 0,-1 9-9 16,-3-15-10-16,3 15 6 0,-6-8-1 0,6 8-7 16,0 0 5-16,0 0 1 0,-17 1-5 15,17-1-8-15,-9 12 2 0,3-2 6 0,1 0-5 16,0 4-9-16,1 1-4 0,-1 2-10 0,0 4-2 16,0-1-5-16,0 2-4 0,1 2-7 15,-1 1-5-15,1-1 0 0,0 1 5 0,0-1-4 16,-2 0-6-16,3-3 4 0,1-3-6 15,-2-1-2-15,1-2-8 0,2-1-10 16,-1-2-31-16,0-2-36 0,2-10-29 0,-1 13-53 16,1-13-68-16,0 0-39 0,0 0-65 15,0 0-108-15,0 0-255 0,0 0 225 0,0-14 43 16</inkml:trace>
  <inkml:trace contextRef="#ctx0" brushRef="#br0" timeOffset="7747.76">17794 869 789 0,'0'0'275'0,"0"0"-35"0,0-14-44 16,0 14-18-16,4-9-46 15,-4 9-9-15,9-9-33 0,-9 9-4 0,15-10-22 16,-15 10-26-16,22-10 6 0,-8 4-13 0,1 1-2 15,4 0-7-15,-1-1-7 0,4 0-3 16,-2 1 1-16,3 1-48 0,-1-3 36 0,1 4 0 16,-2-2 1-16,-2 2-17 0,0-1 17 15,-2 1-8-15,-3 0 11 0,-14 3-12 0,27-3 10 16,-27 3-1-16,22-3-12 0,-22 3 26 0,0 0-6 16,19 2 27-16,-19-2 2 15,7 6 8-15,-7-6 10 0,3 11 5 0,-3-11 3 16,-3 16-1-16,0-5 3 0,-1 2 1 0,0 1-3 15,-1 1-12-15,1 4-8 0,-1 2-8 16,-1 0-5-16,2 0-6 0,1-2-8 0,2 0-2 16,0-2-3-16,2 2-4 0,-1-1-3 0,4-3-33 15,0 1-37-15,2-2-51 0,-1-1-75 16,4-2-80-16,-2-2-108 0,1-4-295 0,-8-5 214 16,18 7 64-16</inkml:trace>
  <inkml:trace contextRef="#ctx0" brushRef="#br0" timeOffset="8071.25">18575 417 696 0,'-2'-11'451'0,"2"11"-79"15,0-17-56-15,0 17-40 0,-1-12-49 0,1 12-47 16,-1-11-44-16,1 11-15 0,0 0-31 0,0 0 3 15,0 0-13-15,0 0-3 0,0 0-7 16,-8 17-2-16,7-4 23 0,-3 5 2 0,-1 6-2 16,1 2 6-16,0 6 12 0,-2 9-12 0,0 0-12 15,-1 4-19-15,-3 1 2 16,1 2-9-16,0-1-20 0,0 2-3 0,2-3-11 16,0 0-2-16,1-2 5 0,1-3-1 15,-2-7-2-15,6-2-12 0,-3-6 1 0,3-2-12 16,0-4-10-16,-1-1-51 0,1-3-24 0,1-3-35 15,0-1-28-15,4-3-44 0,-4-9-69 16,1 13-81-16,-1-13-125 0,0 0-378 0,0 0 272 16,0 0-87-16</inkml:trace>
  <inkml:trace contextRef="#ctx0" brushRef="#br0" timeOffset="8282.64">18342 988 976 0,'0'0'352'0,"-6"-11"-75"0,6 11-39 15,0 0-50-15,-1-14-41 0,1 14-26 16,6-9-34-16,-6 9-9 0,18-12-19 0,-4 8-32 16,0-4-28-16,7 2-51 0,0-1-34 15,10 0-51-15,1-1-38 0,2 1-45 0,-2 0-68 16,1-3-211-16,0 2 155 0,3 1 197 0</inkml:trace>
  <inkml:trace contextRef="#ctx0" brushRef="#br0" timeOffset="9618.83">19529 1089 609 0,'0'0'364'16,"0"0"-40"-16,-12 5-51 0,12-5-39 0,0 0-25 16,-6-6-23-16,6 6-31 0,-5-11-24 15,5 11-25-15,-1-16-16 0,1 1-12 16,-2 3-12-16,1-5-3 0,2-4-15 0,2-4-6 15,-2 0-8-15,3-8 1 0,0-3-9 0,1-7-2 16,0-1-4-16,0 0-1 0,3-1-1 16,-1 1 6-16,0 0 4 0,-2 2 0 0,0 9 9 15,-1 3 10-15,-3 3-7 0,3 4 1 0,-2 4 6 16,0 1-7-16,-1 5-2 16,0 0-15-16,1 1-3 0,-2 2-11 0,2 0-2 0,-2 10 2 15,3-11 0-15,-3 11-3 0,0 0 4 16,5 9-6-16,-3 0 0 0,1 4 2 15,1 5-5-15,1 2 3 0,0 3 2 0,-1 6-4 0,1 3 11 16,0 0-3-16,0 1 3 16,0-1-8-16,1 2 4 0,1-3-3 0,-2-2-1 15,0-4-2-15,0-2-3 0,2-3-3 0,-2-3 3 16,-1-2-2-16,2-3-4 0,-1-1-2 16,2-5-6-16,-7-6-7 0,17 7-4 0,-17-7 4 15,22-4 2-15,-8-1 1 0,3-5-6 0,1-3 6 16,3-4 2-16,-1-3 0 0,4-6 1 15,-1-3 2-15,-1 3 4 0,0-2 1 0,-7 5 8 16,2 3 15-16,-7 3 7 0,1 3 5 16,-1 1 4-16,-3 1-1 0,1 1 2 0,-3 3-5 15,0-1-10-15,-5 9-3 0,10-10-1 16,-10 10-4-16,0 0-1 0,0 0 3 16,8 7 4-16,-8-7-6 0,0 20 14 0,0-8 10 15,0 6 1-15,-1 2 7 0,1-1-6 0,-2 6-7 16,1 0-2-16,1 3 4 0,-2 0-14 15,0 5-4-15,1-1 6 0,-2 3-6 0,1-1 0 16,-2 1-7-16,2-4 4 0,0-4-13 16,1-2-14-16,1-2-29 0,0-4-36 0,0-1-48 15,1-3-47-15,2 1-46 0,-2-4-54 0,4-3-67 16,-5-9-109-16,4 11-278 0,-4-11 238 16,0 0 17-16</inkml:trace>
  <inkml:trace contextRef="#ctx0" brushRef="#br0" timeOffset="10022.37">20140 883 976 0,'0'0'399'16,"0"0"-67"-16,0 0-39 0,0-10-43 16,0 10-48-16,0 0-36 0,0 0-28 0,0 0-24 15,4-10-17-15,-4 10-23 0,0 0-5 0,11-6-14 16,-11 6-9-16,14-5-13 0,-14 5-2 15,21-7-7-15,-10 1-10 0,2 0-3 0,2-1-10 16,-1-2-23-16,4-2-8 0,0-1-6 16,-3-2 0-16,3-1-6 0,0-4 1 15,-3 5 15-15,-2-3-1 0,2 0 4 0,-4 1 10 16,-2 3-2-16,-2 1 9 0,-2 0 0 16,-4 3 5-16,-1 9 3 0,-1-13 3 0,1 13 1 15,-10-6 5-15,10 6 7 0,-21 2 4 0,6 3 5 16,-1 4 14-16,-5 2 8 0,1 3-6 15,-3 1 5-15,2 3-1 0,1 1-9 0,3 1-6 16,1 2-5-16,1-1-4 0,2 2-7 16,4-2-1-16,2 1 0 0,1 0-7 15,5-5 5-15,2 1-2 0,4-1-7 0,0 3 1 16,6-4-12-16,0-1-19 0,4-2-31 16,3 0-47-16,1-2-47 0,3-3-80 0,2-2-62 15,-1-4-72-15,0-2-364 0,4-3 238 0,0-2 19 16</inkml:trace>
  <inkml:trace contextRef="#ctx0" brushRef="#br0" timeOffset="10386.62">20869 141 535 0,'0'0'384'0,"0"0"-51"0,0 0-38 16,0 0-37-16,-7 7-20 0,3 1-26 16,-1 6-43-16,1 1-14 0,-1 6-13 0,-1 2-18 15,-2 1-13-15,3 4-11 0,-3 2 6 0,2 3-21 16,-3-1-10-16,1 6-15 15,2 2-4-15,-2 0-5 0,3 0-9 0,-2-5-10 0,1-1-4 16,3 1-7-16,-1-3-2 0,1 0-1 16,1-4-2-16,0-3-9 0,1 0 1 15,1-5-6-15,-1-1-11 0,-1-2-21 0,1-3-37 16,1-1-35-16,0-2-44 0,-2-2-48 16,2-9-73-16,-1 13-55 0,1-13-75 0,0 0-283 15,0 0 217-15,0 0 59 0</inkml:trace>
  <inkml:trace contextRef="#ctx0" brushRef="#br0" timeOffset="10659.78">20637 784 900 0,'0'0'364'0,"-15"-4"-63"0,15 4-41 15,0 0-44-15,-22 0-34 0,22 0-30 0,-16 4-34 16,16-4-17-16,-17 8-15 0,8-1-16 15,-1 1-19-15,0 2-8 0,0 3-8 0,0-1-5 16,-1 3-7-16,1 1-4 0,0 0 1 0,2 2-3 16,2-2-4-16,2 0-4 0,1 2 3 15,0-2-2-15,1 0 0 0,5-1-3 0,1-2 5 16,1 2-3-16,1-3-6 0,3-1-14 16,4-2-36-16,1 0-28 0,2-2-65 15,1-3-45-15,7 0-44 0,-1-3-42 0,0-2-92 16,4-4-184-16,2-2 164 0,2-4 162 0</inkml:trace>
  <inkml:trace contextRef="#ctx0" brushRef="#br0" timeOffset="10918.79">21001 844 751 0,'5'-13'329'0,"-5"13"-31"16,5-10-44-16,-5 10-24 0,3-8-28 0,-3 8-7 15,0 0-27-15,6-12-18 0,-6 12-16 0,0 0-21 16,4-9-15-16,-4 9-18 15,0 0-19-15,0 0-9 0,5-8-12 0,-5 8-7 16,0 0 6-16,0 0 0 0,0 0-1 0,1 15 0 16,-1-15-2-16,0 15 8 0,0-4-1 15,0 0-3-15,0 2-9 0,0 1-5 0,-1 3-4 16,1-1-7-16,-1 4-2 0,-1-3-4 16,2 1-6-16,0-2 2 0,0-1-4 0,2-1-30 15,-2-1-44-15,2-1-42 0,0-1-52 0,-2-11-62 16,3 14-88-16,-3-14-108 0,0 0-299 15,0 0 237-15,0 0 24 0</inkml:trace>
  <inkml:trace contextRef="#ctx0" brushRef="#br0" timeOffset="11334.69">21119 577 575 0,'-2'-10'278'0,"2"10"-38"15,0 0-46-15,-5-12-37 0,5 12-8 0,0 0-10 16,0 0-35-16,0 0 3 0,-17 1 1 16,17-1-16-16,-9 11-13 0,9-11-2 0,-8 14-7 15,8-14-2-15,-7 17-16 0,7-17 5 16,-2 16-5-16,2-16-4 0,-2 14 1 15,2-14-2-15,4 14-8 0,-4-14 0 0,9 10-5 16,-9-10-8-16,13 6-5 0,-13-6-2 0,0 0-1 16,25-4-11-16,-16-1-3 0,2-2-4 15,2-2 5-15,-1-3-5 0,-1 1 4 0,0-5-6 16,-2-1-3-16,0-1 2 0,-1-1 3 0,-3 2 3 16,-1 2-3-16,-1-1 1 0,-3 1 0 15,-1 3-4-15,-2-1 1 0,-2 3 0 0,-2 1-4 16,7 9 3-16,-15-12-1 0,15 12-7 15,-18 0-26-15,18 0-22 0,-16 6-35 0,8 0-41 16,2 3-11-16,-2 1-22 0,4 5-58 16,1-5-92-16,1 2-225 0,2 0 164 15,0 1 163-15</inkml:trace>
  <inkml:trace contextRef="#ctx0" brushRef="#br0" timeOffset="11930.27">21433 782 891 0,'0'0'389'0,"0"0"-84"0,0 0-35 15,0 0-35-15,18-2-39 0,-18 2-45 0,0 0-33 16,9-7-26-16,-9 7-9 0,0 0-14 16,10-9-12-16,-10 9-9 0,8-9-6 15,-8 9-6-15,8-10-2 0,-8 10-9 0,7-12 3 16,-7 12-13-16,7-14-4 0,-5 5 5 0,-2 9 1 15,4-14 1-15,-4 14 1 0,1-13-1 16,-1 13-3-16,-1-10 1 0,1 10-5 0,-8-9-2 16,8 9-2-16,0 0-3 0,-19-1 9 15,19 1 13-15,-19 4-1 0,8 0 5 0,-1 5-1 16,-1-1-3-16,-2 5 0 0,2-1-5 16,-1 2 0-16,2 3-2 0,1 0-5 15,-1 2 1-15,1 0-3 0,1-1-1 0,3 3-7 16,0 0 8-16,1 0-5 0,2-1-3 0,1-1 1 15,3-2 0-15,2-1-14 0,1-1-19 16,3 0-12-16,0-2-24 0,2-3-24 0,3 1-17 16,2-3-16-16,2 0-22 0,-1-3-18 15,5-3-27-15,-1-1-37 0,0-2-40 0,2-2-8 16,1-6 13-16,1 2 20 0,-2-4 25 0,0-3 42 16,-2 1 85-16,-1 0 124 0,-2-1 69 15,-2 1 49-15,0 0 12 0,-4 1 2 16,-2 2-1-16,2-2 14 0,-4 2 16 0,0 0-12 15,0 4-17-15,-1-4-17 0,-4 10-27 0,6-13-9 16,-6 13-13-16,7-10-10 0,-7 10-14 16,0 0-13-16,5-11-11 0,-5 11 6 0,0 0-5 15,0 0 9-15,0 0-16 0,0 0 0 16,0 0 1-16,9 11-3 0,-9-11-9 0,1 14-10 16,-1-14-2-16,4 17-4 0,-4-8-2 15,3 3-4-15,-2-2-3 0,2 0-7 0,-2 1-33 16,0-1-50-16,2-1-63 0,-3-9-61 0,2 16-65 15,-2-16-86-15,5 9-484 0,-5-9 269 16,0 0-80-16</inkml:trace>
  <inkml:trace contextRef="#ctx0" brushRef="#br0" timeOffset="12358.76">21695 458 748 0,'0'0'317'0,"-8"-9"-55"0,8 9-84 0,0 0-20 16,0 0-9-16,0 0-18 15,0 0-7-15,-16 3-11 0,16-3-7 0,-10 9-37 16,4 0 18-16,1-2-7 0,0 4 0 0,0-1-12 15,1 4-1-15,-1-2-5 0,1 0-5 16,3 1-1-16,0-3-4 0,2 2-5 0,-1-2-9 16,3 3 1-16,-1-5-2 0,3 1-6 0,1-1-4 15,-6-8-7-15,17 8-4 0,-17-8-6 16,22 1-3-16,-22-1-6 0,27-5 1 0,-13-2-4 16,1-1 1-16,0-4 3 0,1-1-2 15,-4-1-3-15,2-2 1 0,-3 0 1 0,-2-2 0 16,-2 1-1-16,-3 2 1 0,-3-1-2 15,0 1 0-15,-2 4-5 0,-3-1 3 0,-1 2-1 16,0 3-3-16,5 7-3 0,-14-8-11 16,14 8-27-16,-15-3-31 0,15 3-22 0,-14 6-46 15,14-6-28-15,-13 12-39 0,13-12-79 16,-6 15-365-16,6-15 210 0,-3 14 73 0</inkml:trace>
  <inkml:trace contextRef="#ctx0" brushRef="#br0" timeOffset="12928.13">21889 717 692 0,'0'0'290'0,"0"0"-25"0,0 0-47 0,0 0-8 15,2 9-41-15,-2-9-17 0,0 0-11 16,0 0-29-16,8 7-5 0,-8-7-10 0,0 0-15 16,9 9-3-16,-9-9-3 0,3 10-1 0,-3-10-8 15,4 15 7-15,-4-15-5 0,3 16-2 16,-4-5 0-16,1 0-6 0,0 1 10 0,-2-1-4 16,1 0-16-16,-2 2-8 0,1-1-9 15,-2 0-10-15,3 0-2 0,-3-2 1 0,2 0-7 16,-1 1-3-16,3-11 0 0,-4 14-1 15,4-14-4-15,-4 13 1 0,4-13 3 0,-1 11 18 16,1-11-1-16,0 0-7 0,0 0-3 16,0 0-4-16,0 0-2 0,0 0-7 0,0 0-2 15,0-13 2-15,0 13 4 0,5-17-5 16,-3 4 4-16,3 0-3 0,-1 0-3 0,2-2 2 16,0 0 3-16,1 1-6 0,-1 1 2 0,0-1 4 15,2 2-4-15,0-1-1 0,-1 2 0 16,1 1-1-16,-2 2 1 0,3 0-6 15,0 2 2-15,-9 6 3 0,14-9 0 0,-14 9-3 16,14-3 0-16,-14 3 0 0,0 0 4 16,18 3 0-16,-18-3 0 0,10 11-2 0,-6-3 0 15,0 3 5-15,-3 1-1 0,1 1-1 0,-1 3 0 16,0 0 0-16,-2 1-2 0,0 2 6 16,-1-1-5-16,-2 0 0 0,3 0-2 0,-3-2-5 15,2 2-21-15,-1-6-47 0,-2 2-52 16,4-2-66-16,-2-3-82 0,3-9-58 0,-1 15-91 15,1-15-346-15,0 0 251 0,9 7-17 0</inkml:trace>
  <inkml:trace contextRef="#ctx0" brushRef="#br0" timeOffset="13334.6">22168 894 677 0,'0'0'445'15,"6"-11"-65"-15,-6 11-62 0,0 0-25 16,8-8-39-16,-8 8-42 0,0 0-29 0,0 0-37 15,9-8-24-15,-9 8-19 0,0 0-11 0,0 0-9 16,0 0-10-16,12-4-9 0,-12 4-12 16,0 0-2-16,0 0-8 0,20-2-6 0,-20 2-5 15,14-5-5-15,-14 5-8 0,19-7-5 16,-9 2-3-16,1-2-4 0,2 0 1 0,-1-2-3 16,3-3-5-16,-1-1 4 0,2-1-1 0,-1-1-6 15,0 0-4-15,-2 0 3 16,-1-2 0-16,0 1 4 0,-4 1-4 0,-2 3 2 15,1-1 0-15,-2 1-2 0,-3 1 2 0,-2 11 6 16,2-18-6-16,-2 18 3 0,-6-13-1 16,6 13 0-16,-11-9 7 0,11 9 5 0,-18-1 4 15,18 1 10-15,-25 6 15 0,9 1 4 0,1 4 19 16,-3 1 9-16,3 1 1 0,-2 2-10 16,3 3-13-16,0 2 4 0,4-1-23 0,1 2 1 15,0-1-7-15,4 0-4 0,1-1-6 16,4-1-4-16,2 0-8 0,1-2-46 0,4 0-41 15,3-2-21-15,0-3-27 0,7-1-33 0,-1 0-35 16,6-3-46-16,2-1-50 16,3-4-113-16,0-4-435 0,1-1 273 0,5-4-87 15</inkml:trace>
  <inkml:trace contextRef="#ctx0" brushRef="#br0" timeOffset="13952.41">23430 583 1120 0,'9'-9'395'0,"-9"9"-50"15,0 0-45-15,7-9-48 0,-7 9-50 0,0 0-35 16,0 0-29-16,0 0-11 0,0 0-9 16,0 0-12-16,-1 18-4 0,-5-5 4 15,2 4-4-15,-3 1-4 0,2 3-8 0,-4 3-7 16,3 5-13-16,-3 8-20 0,-1 2-13 16,1-1-3-16,0 0-2 0,1-1-5 0,-1-5 2 15,4-3-9-15,1-4-12 0,1 0 2 0,0-3-35 16,0-3-27-16,2-2-21 0,-1-3-24 15,0-2-17-15,2-1-29 0,0-11-61 0,-1 13-77 16,1-13-57-16,0 0-42 0,0 0-400 0,0 0 254 16,0 0-28-16</inkml:trace>
  <inkml:trace contextRef="#ctx0" brushRef="#br0" timeOffset="14538.76">23306 799 789 0,'-9'-13'480'0,"1"-2"-98"0,3 2-48 0,0-3-44 16,0 1-63-16,1-1-49 0,2-1-33 0,2-3-32 16,2 0-23-16,-1-3-15 0,5-2-21 15,3-3-7-15,0 1-10 0,3-3-2 0,1-2-1 16,5-2-7-16,-2 3 0 0,4-1-1 16,1 3 1-16,-2 2-2 0,0 4-4 15,-1 2-1-15,2 0-5 0,0 1-3 0,-1 2-6 16,1 2 3-16,-1 5-5 0,-1 3 1 15,0 2-6-15,0 0 2 0,3 3 0 0,-2 5-1 16,1 5-2-16,3-1 2 0,1 10 2 0,-1-1 1 16,0 9-7-16,2 0 1 0,-4 5 3 15,-7-5-2-15,1 4 0 0,-3 0-3 0,-4 2 2 16,-2 0-3-16,-4 1 11 0,-2-3-3 0,-3 3-9 16,-5-3 6-16,-2 2-1 0,-3-5 0 15,-2 0 1-15,-3-2 0 0,-1-4 3 0,-3-1-2 16,3-2-1-16,-1-6 2 0,-1 0 6 15,3-4-2-15,2 0-1 0,0-3 5 16,16-3 8-16,-24 4 1 0,24-4 2 0,-19-2-4 16,19 2-3-16,-9-8-6 0,9 8-1 15,0-11 0-15,3 2-9 0,2 1-3 0,1 0-5 16,4 3 4-16,2-1 1 0,2 0 2 0,0 4-5 16,0-1 6-16,-14 3 7 0,34 1 2 15,-16 3 1-15,1 2-6 0,1 0-1 0,-1 5 9 16,-2-1-3-16,-2 3 7 0,0 2 6 0,-4-1 2 15,-2 4 6-15,-4-2 9 0,0-1 2 16,-5 3 5-16,-1 0-3 0,-6 2-3 0,-2-1-4 16,-3 3-6-16,-6-1 3 0,-2-1-12 15,-1-1 3-15,-8 0-1 0,2-3 2 16,-5-1-7-16,3-2-3 0,0-2-6 0,-2-3 3 16,0-2-10-16,5-2-27 0,0-2-39 15,4 0-40-15,2-2-42 0,1-3-54 0,4-1-75 16,-1 0-113-16,4-6-514 0,3-1 283 0,2 0-133 15</inkml:trace>
  <inkml:trace contextRef="#ctx0" brushRef="#br0" timeOffset="14982.83">24056 751 899 0,'0'0'371'0,"5"-9"-50"16,-5 9-38-16,0 0-37 0,5-12-39 15,-5 12-44-15,0 0-33 0,0 0-18 0,0 0-22 16,0 0-14-16,0 0-1 0,-16 3-9 0,16-3-5 16,-9 15-7-16,2-5-8 0,2 3-7 15,0 2-6-15,-1-1-1 0,1 3-8 0,-1 3 2 16,2-2 1-16,1 0-9 0,0 0 0 15,2-1-5-15,1-1 5 0,3-1-3 0,-1 0 0 16,2 0-2-16,4-4-1 0,-1 0 2 16,1-1-2-16,3-3-2 0,0-2 1 0,-11-5-6 15,25 4-5-15,-25-4-14 0,27-6 1 16,-13-1-12-16,2-3-4 0,1-2 6 0,-3-4-5 16,-1-2 9-16,1-3 3 0,-3-2 3 15,-3 0 11-15,-1 1-7 0,-4 1 3 0,-1 0 4 16,-4 4-2-16,1-1 2 0,-3 3-2 0,-1 0-3 15,-3 2 4-15,-1 3-1 0,-1 2 0 16,0 4-2-16,10 4-4 0,-23-4-33 0,23 4-33 16,-23 4-47-16,12 0-50 0,-1 4-31 0,2-1-49 15,2-1-114-15,1 0-287 16,7-6 206-16,-9 14 78 0</inkml:trace>
  <inkml:trace contextRef="#ctx0" brushRef="#br0" timeOffset="15243.83">24673 729 1082 0,'0'0'420'16,"0"0"-60"-16,14 3-26 0,-14-3-43 15,0 0-43-15,-6 12-44 0,2-5-37 0,-3 4-24 16,-2 0-21-16,-1 3-20 0,-1 1-21 0,2 3-15 15,-3 0-14-15,0 1-11 0,-1 4-10 16,-1 1-1-16,1-1-8 0,1 1-2 0,-1-1-10 16,-1-1-13-16,1 1-32 0,0-5-26 0,2 0-38 15,-2-3-35-15,1 1-37 0,1-4-48 16,2-1-59-16,-1 0-83 0,1-5-420 0,2 0 254 16,7-6-29-16</inkml:trace>
  <inkml:trace contextRef="#ctx0" brushRef="#br0" timeOffset="15492.29">24504 806 822 0,'-2'-10'490'0,"2"10"-82"16,-5-18-41-16,5 18-54 0,-2-14-69 15,2 14-47-15,-1-12-45 0,1 12-25 0,0 0-25 16,2-10-21-16,-2 10-17 0,0 0-14 0,0 0-10 15,28 2-8-15,-16 0-5 0,0 4-6 16,4 3-6-16,0 1 0 0,3 1-9 16,-2 2-1-16,1 0-11 0,2 5-19 0,-1 0-39 0,2 2-39 15,-3 1-68-15,2 2-45 16,-2-2-63-16,-1 1-50 0,-4-4-428 0,0-2 247 16,0 1-7-16</inkml:trace>
  <inkml:trace contextRef="#ctx0" brushRef="#br0" timeOffset="16614.83">12114 2059 473 0,'-41'-2'274'0,"0"2"-69"0,3-3-37 16,2 1-41-16,7 1-25 0,1-2-21 0,1 1-15 16,4 1-1-16,4 0 9 0,1-2 4 15,0 1 2-15,18 2-16 0,-24-7-13 0,24 7 20 16,-13-5 0-16,13 5 16 0,0 0 15 15,0-11-15-15,0 11-6 0,17-9-15 0,2 4 0 16,5-1-2-16,12-2 4 0,10 0-1 16,10-1-5-16,15 1-12 0,9-3-7 0,7 3-9 15,12-4-5-15,23 0-7 0,10 0-4 16,8 0-5-16,8-2 0 0,6 2-9 0,8-1 1 16,4 0-2-16,10-1 4 0,4-1-4 15,5 1-3-15,9 0 0 0,5 0 0 0,5-1-1 16,52-1 2-16,-2 0 4 0,0 0-2 0,3 0-4 15,-3-1 2-15,3 3 4 0,-1-1 3 16,7 0 13-16,3 1-2 0,5-2-1 0,2 2 2 16,4 1-1-16,2 1 1 0,4 0-3 15,0 2-4-15,2 2 0 0,0 1-4 16,5 3-4-16,2 0 5 0,7 1-7 0,-2 1-8 16,2 2 0-16,-1 1-11 0,6-1-6 0,3 0-9 15,-1 0-7-15,-5 1 12 0,-1 0 3 16,-3-1 7-16,-1-2 5 0,-4 1-1 0,-1 0 7 15,1-4-1-15,-5 4-2 0,-1-4 6 0,-3 1 1 16,-5 2-3-16,-6-5 3 0,-3 1-3 16,-7 0-2-16,-2-2-10 0,-4-1-33 0,-44 1-47 15,0 1-28-15,45-2-52 0,-50 3-59 16,4-3-64-16,-4 1-335 0,1 0 197 0,-5-1 94 16</inkml:trace>
  <inkml:trace contextRef="#ctx0" brushRef="#br0" timeOffset="130888.53">18943 2951 393 0,'0'0'192'15,"0"0"-32"-15,0 0-30 0,0 0-9 0,0 0-15 16,0 0-17-16,0 0-9 0,0 0-24 0,14 5-7 15,-14-5-18-15,0 0 5 0,21 4-2 16,-21-4 10-16,23 3 8 0,-9 0-2 16,5-2-7-16,0 1-12 0,3-2 9 0,6 1-9 15,1 0 6-15,3-2-8 0,7 1-6 16,1 0-5-16,2-1-11 0,2 1 11 0,8-2-7 16,0-1 17-16,4 2 2 0,3-2-14 15,2 1 11-15,0 1 0 0,3-2-10 0,-1 2-5 16,12 0-4-16,0-1-6 0,1 0 9 0,-10 2-6 15,9 0 3-15,0 0-7 0,3 0-14 16,-2 0 19-16,0 2-3 0,-1-1-16 0,-10 0 25 16,12 0-12-16,-2 0 0 0,0 1-5 15,1-1 10-15,-1-1 3 0,1 1-18 0,1-1 24 16,2 1-15-16,-1-1-1 0,-2 1 6 16,3-1-16-16,1 0 6 0,-1 3-7 15,1-3 13-15,2 0-4 0,0 0-4 0,0 0-5 16,1 1 8-16,1 1 1 0,-2-1-5 0,1 1 1 15,1-2 11-15,-3 2-8 0,4 0 10 16,-2 0 2-16,2-1-12 0,-2 0 8 0,0 1-1 16,1 1-10-16,-1 0 9 0,3 0-6 15,-1-2 9-15,2 2-5 0,0-1-13 0,2 2 11 16,-1-2-7-16,1 2 0 0,2-1-4 0,2 1 1 16,0-2 6-16,0 2-3 15,2-1 9-15,5 0-12 0,-3 1 14 0,0-1-5 16,4 0 5-16,-3 0 0 0,4-1-13 0,-1-1-4 15,-1 2-4-15,4-1-14 0,-1-2 3 16,2 2 1-16,1 0-2 0,1 1 10 0,1-2 4 16,4-1 1-16,23 0 5 0,-3 2 7 15,1-2 2-15,2 1-2 0,2-1 9 0,2 0-4 16,0 2 4-16,4-2-3 0,1 1-4 0,-3 2 8 16,7-1-4-16,-1-1-1 0,0 5 5 15,0-3-14-15,2 3 6 0,0-2-6 0,0 3 7 16,0-1-3-16,1 2 0 0,-2 1 7 0,0-1 1 15,1 3 0-15,-3-3-2 16,2-2-6-16,-1 4 5 0,-3-1 6 0,0-1 1 16,-1-2-2-16,1 2-1 0,-2-1 3 15,-3 0-6-15,1-1 9 0,0-1-5 0,-3 2-13 16,-2-3 12-16,-1 0-15 0,-4 0-17 0,-24 1-38 16,0-2-46-16,-2 2-68 0,-4-5-236 15,-3 2 137-15,-4 0 266 0</inkml:trace>
  <inkml:trace contextRef="#ctx0" brushRef="#br0" timeOffset="134209.5">31079 2986 421 0,'0'0'275'0,"0"0"-48"0,0 0-39 0,-3-9-24 16,3 9-22-16,0 0-17 0,0 0-18 16,0 0-16-16,0 0-20 0,0 0-17 0,0 0-6 15,0 0 2-15,-3-8-20 0,3 8-21 0,0 0 9 16,0 0-4-16,0 0 7 0,0 0-10 15,-3 13 4-15,3-13-14 0,0 12 7 0,0-12 0 16,0 19-3-16,2-6 0 0,0 0 7 16,0 5-11-16,0 1-3 0,3 3 8 15,-1 4-11-15,2 4 6 0,-1 5 12 0,3 5-16 16,-3 4 7-16,2 0 13 16,0 3 9-16,0 4 0 0,-2 3-21 0,0 12 10 0,0 1-2 15,1 2 11-15,-1 4-4 0,1 3-11 0,0 3 4 16,-1 4-1-16,3 2 8 15,-2 3-3-15,0 5 0 0,0 1-9 0,3 21 1 0,1 1 12 16,0 1 4-16,-1 4-7 0,2 0 11 16,-3 3-1-16,0 2-13 0,2 2 20 0,-1 3-4 15,0 1-17-15,0 4 3 0,-2 0 8 0,2 0-7 16,-4 5-15-16,4 0 4 16,-2 0-5-16,-4 5 4 0,3 1-2 0,-1 0-1 15,-1 5-7-15,1-1 1 0,0 2 11 16,-3 1-11-16,3 1 6 0,-1 3-12 0,1 0 12 15,-1 3 0-15,0 2-4 0,1 1-3 0,0-1-15 16,-2 4 30-16,-1-3-7 0,-1 3-16 16,3-3 4-16,-1 2 3 0,-1-1 3 0,0-2-6 15,-5-1-12-15,3 1 27 0,0-2-8 0,0 0-6 16,-4-3-1-16,2 2-15 0,-1-4 27 16,-2 1-16-16,-2-3 3 0,0-2-17 15,1-1 8-15,-1-3-1 0,-3-1-3 0,1-2 7 16,-2-5-22-16,-1 2 7 0,2-9-3 15,-2 3-1-15,1-4-12 0,-2-4-19 0,-3-5-24 16,-1 1-22-16,1-6-24 0,-2-3-38 16,-1-2-79-16,-2-5-210 0,1-5 147 0,2-17 226 15</inkml:trace>
  <inkml:trace contextRef="#ctx0" brushRef="#br0" timeOffset="135234.64">19308 13185 474 0,'-10'8'208'0,"10"-8"-43"0,0 0-33 15,-14 7-24-15,14-7-18 0,-10 7-24 0,10-7-15 16,-17 9-10-16,17-9-7 0,-16 11-12 15,4-5 4-15,2 0-12 0,-3 1 0 0,-1 0-4 16,1 1 1-16,-1 0-2 0,2 1 7 0,-1-3 18 16,1 1-1-16,2 1 3 0,0-1 2 15,2 1 2-15,8-8 9 0,-10 13-4 16,10-13-4-16,-3 13-3 0,3-13-5 0,8 13 13 16,1-4 21-16,6 0 8 0,5 0-7 15,10 2 14-15,12-1 4 0,8 0-15 16,18 1 17-16,8 0-4 0,12-1-14 15,9-3-16-15,33 1-12 0,11 0 4 0,10-1-19 0,13-2 4 16,14 3-15-16,8-4 7 0,17 1-12 0,8 0-4 16,59-2 9-16,4 2-13 0,5 2 0 15,1-3 10-15,8-1-11 0,3 3-13 0,0 0 11 16,5 0-21-16,5-1 0 0,4 2-22 16,4-1 1-16,1-3 21 0,1 0-5 15,0-1 21-15,-1-3-10 0,0 1 6 0,0-4 7 16,-1 4 7-16,-3-5 24 0,-3 1-5 15,1-2 16-15,0 3 7 0,-2-1 6 0,-2-2-12 16,-4 1 1-16,-4 4-6 0,-3-4-8 0,-7 4-10 16,-4 2-13-16,-5 2-49 0,-10 0-45 15,-51 0-84-15,0 2-115 0,-5-1-132 0,-1 1-225 16,-6-1 202-16,-7-1 85 0</inkml:trace>
  <inkml:trace contextRef="#ctx0" brushRef="#br0" timeOffset="155274.82">24247 3796 482 0,'0'0'160'0,"-3"-10"-42"15,3 10-20-15,0 0-21 0,0 0-16 0,-2-10-17 16,2 10-7-16,0 0-8 0,0 0-2 15,0 0-5-15,0-9 3 0,0 9 1 0,0 0 1 16,0 0 3-16,0 0-6 0,0 0 2 0,2-10 2 16,-2 10 2-16,0 0-10 0,0 0 7 15,0 0-10-15,0 0-6 0,0 0 2 0,0 0 0 16,0 0-8-16,0 0-2 0,0 0 4 0,0 0-3 16,0 0-1-16,0 0-1 0,0 0 4 15,0 0 0-15,0 0 2 0,0 0 6 0,0 0 0 16,10 6 3-16,-10-6 5 0,3 8-2 15,-3-8 0-15,4 13-1 0,-4-13-6 16,4 18 5-16,-1-9-6 0,-1 1-6 0,0 1 0 16,0-1-3-16,2 2-4 0,-3 0 4 15,3 0 0-15,-2 1 5 0,2 1-3 0,0-1-4 16,-1 3 1-16,1-4-4 0,-2 2 2 16,2 1 4-16,1-1-2 0,0 0 2 0,-2 0-3 15,1-2-1-15,-1 3 4 0,1 0-5 0,-1-1 2 16,1 1 2-16,-2 0-1 0,2 0-1 15,0 1-4-15,-2-1 7 0,1 1-4 0,-1 1 2 16,1-3-2-16,-2 4 4 0,2-1 1 0,-2 0-5 16,0-1 1-16,2 1 0 0,-2 0 0 15,-1-1-2-15,2 0 3 0,-1 0-1 16,0-1-5-16,-1 2 1 0,3-2 8 16,0 1-3-16,-3-1 4 0,2 0-3 0,0 0-5 15,-1 1 6-15,2 0 0 0,-2 1-8 0,-1-3-4 16,3 3 7-16,-2-1-3 0,-1 1 3 15,1 0 1-15,1 0-2 0,-1-1 2 0,-1 1 6 16,1 1-12-16,-1-2 5 0,0 1-1 16,2 0 7-16,-2-1 0 0,1 1-13 0,0 1 3 15,-1-1 0-15,1 1 3 0,-1 0 3 0,2-1-4 16,-1 2 0-16,-1 0-10 0,0 1-1 16,0 0 4-16,0 0-2 0,0 0 8 15,-1 2-4-15,-1 1-4 0,2 2 0 0,-1 0-4 16,1 2 9-16,-1-1-4 0,-2 7 5 15,1 0-17-15,-1 1 0 0,-1-1 8 0,3 2-4 16,-2-1 5-16,2 3 7 0,-1-1-1 16,-2 9 3-16,0-1 7 0,3 0-4 0,0 0 3 15,-1 0 0-15,2 2-1 0,0 1 0 0,0-1-3 16,0 3-6-16,0 0 3 0,2 1-11 16,0-2-15-16,-1 4-27 0,1 1-45 0,-1 3-57 15,-1-1-36-15,2 1-87 0,-2 2 85 16,2 9 60-16</inkml:trace>
  <inkml:trace contextRef="#ctx0" brushRef="#br0" timeOffset="157207.85">24348 3882 305 0,'0'0'180'0,"-9"-9"-32"0,9 9-21 0,-5-8-16 16,5 8-10-16,-6-10-6 0,6 10-16 15,-7-9-14-15,7 9-13 0,-5-7-6 0,5 7-15 16,0 0-1-16,-5-11-7 0,5 11-2 0,0 0-11 16,-4-11 5-16,4 11-10 15,0 0 1-15,0 0 0 0,0-10-4 0,0 10-1 16,0 0 6-16,6-11-10 0,-6 11 7 0,0 0 1 16,12-4-8-16,-12 4 3 0,0 0 2 15,16-4-2-15,-16 4 1 0,15-4 3 0,-15 4-4 16,19-2 7-16,-19 2-5 15,24-5 0-15,-24 5-1 0,30-4 0 0,-13 1 1 16,1 0-2-16,1 2-1 0,0-2 4 0,5-1-3 0,-2-2 1 16,5 3-4-16,-3-2 4 15,3 1-5-15,-1-2 6 0,2 2-1 0,4-1 1 16,0 0 2-16,1-1-9 0,-2 1 6 0,4 1 2 16,-2-1-1-16,0-1-4 0,2 2 8 15,-1 0 0-15,-1 1-5 0,3-3-5 0,-3 2 1 16,4 0 1-16,-2-1 4 0,0 2 0 15,1 0 1-15,1-2-2 0,-2 2 3 0,0-2-1 16,2 1-5-16,-4 0-4 0,2 0 8 0,-1-1-4 16,-2 0-2-16,1 2 8 0,1-2 0 15,-1 0-1-15,0 1 8 0,0-2 2 0,-1 1-9 16,2-2 0-16,-2 3 5 0,1-1-4 16,1 1 0-16,-3-1-5 0,1-2 2 15,0 3-3-15,1 1 9 0,-1-3-4 0,-5 1-9 16,2 1 5-16,-1 0 4 0,0 2 4 15,1-2-2-15,-2 2-1 0,1-2 1 0,-2 1 3 16,1 3-5-16,1-3 1 0,-1 0-5 16,0 2 8-16,-1-1-6 0,1 1 0 0,1-2 4 15,0 2-2-15,3-2-2 0,-3 1-3 0,1 1-1 16,2-1-3-16,-3 1 4 0,1-1 3 16,1 2-7-16,-1-3 3 0,-1 3-4 0,1-2 10 15,-1 2-11-15,2-1 10 0,-2 0-3 0,-1-1-3 16,1 2 8-16,-1-1-12 0,1 1 8 15,-2 0-2-15,3 0 5 0,-1 0-2 16,-2 0-8-16,2-3 5 0,-1 3 7 16,1 0-9-16,0 0-5 0,3 0 3 0,-3-1 8 15,3 2-9-15,-1-1 7 0,0 0-4 0,0-1 9 16,2 1-5-16,0 0 5 0,-1 0 1 16,1 0-6-16,1 0-5 0,-1 0-1 0,1 0 9 15,5 1-6-15,-1-1 0 0,-1 0 2 16,2 3 6-16,-1-3-2 0,0 0-9 0,0 0 9 15,-4 0-3-15,4 0 1 0,0 1-1 0,-1 1-5 16,1-2-5-16,1 1 0 0,-6-1 14 16,5 0-1-16,-4 0-6 0,4-1 3 0,1 2 1 15,-1-1-5-15,0 0 7 0,0 0-9 16,2 0 3-16,-2 0 0 0,0 0 6 16,1-1-3-16,-2 2-8 0,3-1 11 0,-6 0-6 15,3 1-1-15,1 0 4 0,0-1 3 16,0 1-5-16,2 0 1 0,0 1 4 0,-1-2-3 15,0 2 0-15,3 0-13 0,-4-1-9 0,2 2 0 16,0 0 6-16,-1 1 5 0,1-4 0 16,0 4 8-16,3-2-6 0,-2 0 1 0,-1 2-15 15,3-2-15-15,-3 3 10 0,0-3 3 16,0 0 6-16,1 1 4 0,-3 0 2 0,2 0 6 16,-2 0-4-16,1 0 3 0,-4 1 5 0,3-2-5 15,-4 4 9-15,3-3-2 16,-3 2-7-16,0-2 3 0,1 0 4 0,0 2 2 15,0-1-7-15,0 1-1 0,0-1 3 0,0-1 1 16,1 1-12-16,-2-1-45 0,-5-1-56 16,0 1-69-16,0 0-106 0,-5-2 87 0,-1 0 62 15</inkml:trace>
  <inkml:trace contextRef="#ctx0" brushRef="#br0" timeOffset="160154.91">30260 3593 331 0,'0'0'141'15,"0"0"-16"-15,0 0-6 0,0 0-15 0,0 0-5 16,0 0-8-16,0 0-9 0,0 0-13 16,-3 11-3-16,3-11-7 0,0 0-11 0,-2 11 0 15,2-11-11-15,0 11-1 0,0-11-2 0,2 13-2 16,-2-13-7-16,2 18 3 0,-1-8 8 15,-1 2-13-15,2 1 2 0,-1 2-1 0,0 1 9 16,-1 3 8-16,2 0 7 0,0-1 5 0,-1 6-1 16,2-1-11-16,0-1 5 15,0 1-15-15,0 2 5 0,0-1-14 0,0 1 11 16,2 0-2-16,-2 0-2 0,1 5 8 16,0 0-1-16,-1 1-3 0,1-4-20 0,0 2 13 15,0 0-5-15,1 3-10 0,-3-6 11 0,1 2-18 16,-2 4 13-16,1-4-2 0,0 0-5 15,-2 0 10-15,1 1-15 0,-1-1 21 0,2 1-6 16,-2-2 0-16,2 2 1 0,-3-2-9 0,2 1 5 16,-2 0-10-16,1 0 10 0,-1-1-1 15,1 0 3-15,0 2 11 0,0-2-6 0,0 1 5 16,0 0-11-16,0-1 5 16,1-1 0-16,-1 2-7 0,1-2 2 0,-1-1-8 15,2 0 2-15,-2-1-9 0,1-2 10 0,0 0-13 16,-1-1 0-16,1 0 9 0</inkml:trace>
  <inkml:trace contextRef="#ctx0" brushRef="#br0" timeOffset="162627.6">24483 5956 514 0,'0'0'201'0,"0"0"-41"16,0 0-28-16,0 0-19 0,0 0-18 0,0 0-17 16,0 0-8-16,0 0-12 0,0 0-7 15,0 0-10-15,-19-1-11 0,19 1-8 0,0 0 1 16,0 0-6-16,0 0-5 0,0 0-2 0,0 0-2 15,15-6 3-15,-15 6-6 0,0 0-2 16,17-1 3-16,-17 1-1 0,19-1 1 16,-19 1 1-16,26-2 6 0,-26 2 2 0,33-3-2 15,-13 3-3-15,1-1-1 0,2-1 0 16,3 1-4-16,1 1-2 0,2-2 1 0,2 2 1 16,0-1-3-16,4-2-2 0,3 2 5 15,-1-1-1-15,0 0 1 0,2-1-1 0,-1 1 5 16,2-1 9-16,-1 1 7 0,2-2 2 0,5 1 6 15,1-1 2-15,-2 1 1 0,2-2-3 16,-2 1-1-16,1 1-11 0,0-2 8 0,1 1-9 16,0 0-2-16,0 1-3 0,-1 0-2 15,-4 0 0-15,0 1-5 0,-1-1-1 0,3 2-3 16,-4-1-3-16,2 0 6 0,1 0-6 0,-3 1 0 16,4-1 1-16,-3 1 1 15,-2-2 0-15,3 1-5 0,-1 1 5 0,-1-1 0 16,0 1-4-16,1-1 6 0,0 1-7 0,0-2 7 15,0 1-8-15,-2 1 0 0,2 0 9 16,-2 1-3-16,2-2-11 0,0 1 11 0,1-1-1 16,-2 1-5-16,1 1 3 0,1 0 4 15,-1-2-1-15,1 1-9 0,0-1 7 0,0 1 1 16,0 1-8-16,-3 0 0 0,2-2 6 0,3 2 4 16,-4 0-13-16,1 0 14 0,1 0-2 15,-1 0 0-15,0 2 1 0,1-2-11 0,-2 0 10 16,2 1-1-16,-2 2-2 0,3-1 0 15,-2-1-1-15,1 2-2 0,5-1 2 16,-8 0-5-16,2 1 2 0,1 0 1 0,-3 0-9 16,3 0 7-16,-3 2 3 0,8-1-4 15,-2 0-4-15,0 1 9 0,-5-1-5 0,4 1 5 16,-3-2-2-16,-2 1-4 0,0 0 0 0,0-1 7 16,7 2 1-16,-6-2-2 0,-1 0-1 15,3 0 4-15,4 1-5 0,-5-1 2 0,0-2-10 16,3 5 5-16,4-3 4 0,-2 1 3 15,-6 0-3-15,6-1 3 0,1 1 1 0,-7-3-8 16,0 4 9-16,1-4-1 0,-1 4-7 0,2-3 9 16,0 1-2-16,-2-1-2 0,1 0-1 15,-1 1-3-15,1-1 3 0,-1-2-1 0,-2 3-12 16,3-1-4-16,-3 0-6 0,-1 0-4 16,0-1 4-16,1 0-1 0,-1 0 6 15,0 0 6-15,-1 0-2 0,1 1 10 0,-5-1 0 16,1 0 3-16,-1 0-5 0,-1 0 6 15,-1 0-5-15,2 1 3 0,-3-1-3 0,1 0 0 16,-2-1 2-16,0 2-1 0,0-1-16 0,-2 0-17 16,-3 0-3-16,-1-1 0 0,0 1 7 15,-1-1 1-15,-2 0-2 0,-1 0-9 0,-18 0-17 16,29-1-27-16,-29 1-41 16,23-6-97-16,-23 6-113 0,15-10 105 0,-15 10 75 0</inkml:trace>
  <inkml:trace contextRef="#ctx0" brushRef="#br0" timeOffset="163698.6">30292 5001 428 0,'0'0'166'0,"0"0"-29"16,0 0-20-16,0 0-16 0,0 0-18 0,8 6-14 15,-8-6-11-15,0 0-8 0,0 0-10 16,5 9-3-16,-5-9-4 0,0 0-8 0,5 12 3 16,-5-12 8-16,2 8-3 0,-2-8 2 0,2 12 2 15,-2-12-3-15,3 15-6 0,-1-6-1 16,1 0-1-16,-2 1-3 0,0 0 1 0,0 0 1 15,1 2 7-15,0 0 6 0,-2 1-3 16,3-1-4-16,-2 1-10 0,0 0-5 0,2 3 1 16,-2-2 0-16,1 2-3 0,0-1-4 15,-1 1-1-15,1-1 8 0,0 2 2 16,0-2-4-16,1 3-11 0,-2-4 9 0,1 4-1 16,0-2-13-16,0 0 11 0,-1 2-8 0,0-3 2 15,-1 1-5-15,1-2 10 0,-1-1-4 16,2 0-8-16,-2 1 7 0,1-2-4 0,-1-1 5 15,0 2-10-15,1-2 9 0,-1 1 0 16,0 1 10-16,-1-2-3 0,1 0-11 0,-1 0 5 16,1 0-3-16,0 1 2 0,-2 0-6 0,1 0 9 15,1-2-3-15,0 2-3 16,-1-1 11-16,0 1-4 0,-1 0-2 0,2-1 2 16,0 1 6-16,0-1-5 0,-2 0-10 0,2 0 8 15,-2 0 0-15,1 2 7 0,1-4-6 16,-3 2-5-16,3 0 10 0,-2 0-10 0,1-1 6 15,0 1-4-15,-1 1-7 0,2-2 8 16,-1 0 2-16,1 0-3 0,-2-1-11 0,2 3 4 16,-2-3 7-16,2-9-2 0,-1 17 0 0,1-17-8 15,-3 18 6-15,3-18 4 0,-1 17 3 16,1-17-5-16,-4 17 5 0,4-17 8 0,-5 15-8 16,5-15 9-16,-6 15-7 0,6-15-4 0,-6 16-1 15,0-10 4-15,6-6-4 16,-10 14-1-16,4-8 1 0,6-6 1 0,-17 12-11 15,8-6-11-15,-3 0-33 0,-1-1-41 16,-4 0-39-16,1-2-59 0,-5 0-87 0,-2-2-229 16,-2-1 155-16,-5-3 196 0</inkml:trace>
  <inkml:trace contextRef="#ctx0" brushRef="#br0" timeOffset="164815.5">24670 7224 226 0,'0'0'66'0,"-7"-7"-20"15,7 7-14-15,0 0-33 0,-8-8-50 16,8 8-58-16,0 0 37 0,-8-9 25 16</inkml:trace>
  <inkml:trace contextRef="#ctx0" brushRef="#br0" timeOffset="165236.85">24442 7072 248 0,'0'0'180'0,"0"0"-36"15,0 0-12-15,0 0-17 0,0 0-8 16,0 0-1-16,0 0 3 0,0 0 2 0,0 0-2 15,24 0-4-15,-24 0-14 0,28 0-16 16,-7-1-13-16,2 1-14 0,5 0-9 0,1 0-13 16,3 0-37-16,7 0-43 0,0 1-34 15,0 1-36-15,3-2-34 0,0 1-59 0,1 2-149 16,-1-2 118-16,-1 1 78 0</inkml:trace>
  <inkml:trace contextRef="#ctx0" brushRef="#br0" timeOffset="166430.12">24644 7084 500 0,'0'0'190'0,"0"0"-28"15,-19-5-18-15,19 5-23 0,0 0-17 0,-14-5-17 16,14 5-14-16,0 0 1 0,0 0-10 16,0 0-1-16,-4-9-11 0,4 9-5 0,0 0-5 15,13-6-1-15,-13 6-7 0,19-7-5 16,-19 7-5-16,24-8-4 0,-8 6-1 15,1-2-5-15,4 1 0 0,-1 0-3 0,3 0-6 16,3-1-6-16,0 1 7 0,2-1-5 16,-1 0 3-16,8 1 17 0,-1-1 13 0,1 0 6 15,0 0 1-15,1-3-7 0,1 3-3 0,1 1-3 16,-1-2-8-16,0 2 2 0,0-2-13 16,2 0 4-16,-3 4-8 0,3-4 7 0,-2 4-3 15,0-3-8-15,-1 1 3 0,0 0-5 0,0 0 3 16,0-2 0-16,1 4 11 0,1-4 6 15,-1 4 3-15,0-5-2 0,0 3-1 16,0 0 5-16,-1 0-3 0,2 0 3 16,-1-1-7-16,0 2-8 0,0-2 4 0,0 1-1 15,3 0 1-15,-3-1-7 0,1 2 0 0,-2-1-3 16,3 2 3-16,-2-4-14 0,-1 3 3 16,1 0 11-16,0-2 1 0,1 2-6 0,-1-1-7 15,0 2 2-15,0-4 6 0,0 3-8 0,1 0 13 16,-2 0-6-16,1 0 4 0,-2 2-3 15,0-3-4-15,2 1 4 0,0 1-12 16,-1-1 11-16,1 1 1 0,-5-1-2 0,5 2 3 16,0-1-11-16,0 0 6 0,1 1 0 0,-5 0 7 15,4-2-8-15,0 2 5 0,1 0-1 16,-1 0-7-16,-5 0 6 0,0 2-4 16,1-2 5-16,-1 0-9 0,0 1 12 0,4 0-1 15,0 2-2-15,-2-1 2 0,-1-2-13 0,2 3 10 16,2-2-3-16,-2 1 1 0,1 0 1 15,1 2 3-15,-1-2-4 0,1 0-3 0,1 1 3 16,-1-2-7-16,0 2 5 0,1-1-7 16,-1 1-1-16,4 0-5 0,-4-2-3 0,1 2 4 15,2 0-6-15,-2 0-4 0,-1 0 8 0,3-2-10 16,-1 4 15-16,-2-4-9 0,3 4 14 16,-1-3-6-16,0 1 6 0,0 0 0 15,0 0 5-15,1 0 0 0,0 0-8 0,1 0 13 16,-1 0-12-16,3 0 9 0,4-2 2 15,0 2 3-15,-6 0-4 0,1-1-5 0,-3 1-8 16,2-3-6-16,1 3 5 0,-3-2 3 16,0 1 6-16,1-1-3 0,-1 0 0 0,0 0 5 15,-1-1 2-15,0 0 5 0,-1 0 1 0,-1 0 5 16,-3 0 3-16,-1-1 2 0,0 0 1 16,0 1 1-16,-2-3 1 0,2 3-9 0,-1-3 6 15,-1 2-7-15,0 1-9 0,0-3 10 16,-3 1-4-16,2 2 0 0,-1-1-8 15,-1-1-1-15,2-1 5 0,2 3-3 0,-3 0 10 0,3-2-12 16,1 0 4-16,5 1 3 16,-5 1-2-16,-1-2 0 0,7 1-3 0,-8 1 5 15,2 0-10-15,-3-2 12 0,-1 1-7 0,-1 1-1 16,-5-2-2-16,-2 2-6 0,-2-1 2 16,-18 1-17-16,28-3-9 0,-28 3-4 0,18-2 1 15,-18 2 5-15,15-4 7 0,-15 4-14 16,0 0-33-16,18-2-42 0,-18 2-34 0,0 0-25 15,0 0-55-15,0 0-171 0,15-2 132 0,-15 2 81 16</inkml:trace>
  <inkml:trace contextRef="#ctx0" brushRef="#br0" timeOffset="169692.45">24718 8704 179 0,'-4'16'-62'0,"4"-16"21"0,0 12 14 16</inkml:trace>
  <inkml:trace contextRef="#ctx0" brushRef="#br0" timeOffset="170464.47">24792 8868 533 0,'0'0'235'0,"0"0"-50"0,0 0-31 0,0 0-28 16,0 0-30-16,0 0-23 0,0 0-7 15,0 0-14-15,0 0-14 0,10 4-1 0,-10-4-7 16,0 0-4-16,15-3 1 0,-15 3-1 0,0 0 2 15,20-1-2-15,-20 1 5 0,19-3-3 16,-19 3 3-16,25-3-3 0,-25 3-7 16,28-1-5-16,-10 0 7 0,3-1-8 0,0 1-2 15,1 1-3-15,6-1-1 0,0 0 0 16,0 0 11-16,4-2 7 0,3 1 9 0,4 0 2 16,-1-1-2-16,1 1-14 0,2-2-16 15,0 3 9-15,2-1-20 0,-1 0 6 0,-2 1-8 16,3-1 0-16,1 1-10 0,4 0 11 0,1-2-2 15,-1 2 3-15,1-1 5 0,-1-1-1 16,1 1 4-16,2-1-3 0,0 0 0 0,0-2-3 16,1 0 3-16,3 0 15 0,-2 0 12 15,1 1 12-15,4-2-7 0,-1 1-14 0,1 1 3 16,2 1-13-16,-3 0-17 0,2 0-22 16,-1 0 1-16,1 1-1 0,2 1 9 15,-1 0 2-15,-1 1-6 0,0 0-9 0,-1 1 0 16,1 0 0-16,-2 1-1 0,3-1 9 0,-5 0 7 15,3 0-2-15,-2-1 5 0,-2 0 16 16,3-1 19-16,-4 0 22 0,2 0 14 0,-1-2 2 16,0 0 5-16,-2 0-3 0,-1 2-5 15,-2-3 5-15,-1 2-10 0,1-1-12 0,-1 0-15 16,0 0 0-16,-1 0-2 0,0 0-15 0,1 0 10 16,1 2-3-16,1 0-5 0,-1-2 0 15,0 2-5-15,1 0 1 0,1 0-9 0,-1-2 8 16,0 3-4-16,-7 0 13 0,5-2 1 15,-4 2 0-15,-1 0-3 0,0 0-10 0,0 0 12 16,-3 2-12-16,2 0 6 0,-1-1-3 0,-2 0-1 16,0 0-10-16,1 1-1 15,0 0 4-15,8 0-13 0,-8 1 11 0,10 0 1 16,-3-1-15-16,3-1-7 0,-8 1-11 0,7-1-6 16,-1 0 9-16,-3-1 4 0,5 0 13 15,1-1 5-15,-2 0-7 0,0-1 1 0,-6 1-18 16,-1 1 0-16,-1 0-9 0,1 0-11 15,0 3 7-15,-1-2 7 0,-1 3 11 0,4 0 1 16,-5 0-23-16,-4 0-43 0,2 2-32 0,-5-2-25 16,-4 1-36-16,-1-2-179 0,-3 1 120 15,1 0 79-15</inkml:trace>
  <inkml:trace contextRef="#ctx0" brushRef="#br0" timeOffset="171658.34">30352 6926 285 0,'0'0'168'15,"0"0"-26"-15,0 0-14 0,0 0-14 16,0 0-16-16,0 0 5 0,0 0-14 0,0 0-11 16,0 0-8-16,0 0-11 0,0 0-5 0,18 2-1 15,-18-2 3-15,0 0-4 16,4 8-10-16,-4-8-9 0,0 0-5 0,3 14 7 15,-3-14-1-15,2 14-1 0,-2-14-4 0,0 18-9 16,0-6 12-16,0 0 4 0,0 3-8 16,0 2 18-16,0 0-7 0,-2 2-7 0,0 0-10 15,2 4 18-15,-2 1-16 0,-1 2 7 16,1 0 0-16,-1-1-1 0,-1 7-2 0,0-3-7 16,0 1-11-16,0 2 10 0,0-1-5 0,1-3-2 15,1-2-14-15,0 5 15 0,0-5 5 16,0 0-16-16,1 2 14 0,1-1-1 0,0 0-4 15,0 1-2-15,1-2 16 0,1 2-19 16,-2 1-6-16,-2 0 3 0,1 2-5 16,-1 2 9-16,0 0-14 0,-2 0 11 0,1-2 0 15,0 2-11-15,-1-6 10 0,3 0-8 16,-3 0 6-16,2-1-6 0,-1-1-1 0,1 0 10 16,-2 0-2-16,1-2 2 0,-1 1-13 0,2-1 15 15,-2-2-6-15,3 0 2 0,0-2-1 16,-1 0-1-16,0-1 1 0,0 0-5 0,2 0 6 15,-2 0-3-15,-1 0-2 0,2-2-6 16,-2 0 5-16,2-1 0 0,-1 2-3 0,0-1 7 16,0-1 5-16,0 1-11 0,-1-1 9 0,1 1-4 15,2-3-1-15,0 5-8 16,0-4 7-16,0 0 0 0,0 3-2 0,0 0-4 16,2 1-1-16,1-4 1 0,-3 2 1 0,3-1 1 15,-2 1 0-15,2-1 5 0,-1-2 1 16,0 0-5-16,-1-1 2 0,0 0-7 0,1 0 12 15,-2 0-11-15,2-1 3 0,-2-1 12 16,1 2-7-16,-1-1 9 0,0 0-2 0,2-1-2 16,-2 1 1-16,1 1-9 0,0 0 11 0,-1-3-4 15,0 2 0-15,2-1-2 0,-2-10 1 16,1 20-3-16,-1-20 0 0,-1 17-18 0,1-17 5 16,-2 16-10-16,2-16-17 0,-4 12-4 15,4-12-37-15,-5 13-43 0,5-13-64 16,-13 9-142-16,13-9-143 0,-17 3 150 0,17-3 217 15</inkml:trace>
  <inkml:trace contextRef="#ctx0" brushRef="#br0" timeOffset="173396.4">24705 9678 357 0,'0'0'252'0,"0"0"-48"0,0 0-25 16,0 0-12-16,0 0-21 0,0 0-20 16,0 0-15-16,0 0-15 0,0 0-16 0,0 0-7 15,0 0-1-15,0 0-3 0,0 0-3 16,0 0-19-16,-18-2-1 0,18 2 4 0,0 0-10 16,0 0-3-16,0 0-9 0,0 0-16 0,0 0 9 15,0 0-6-15,0 0-2 0,0 0-11 16,0 0-2-16,0 0 10 0,0 0-2 0,0 0-11 15,0 0 10-15,0 0-2 0,0 0-8 16,0 0 16-16,0 0-5 0,0 0 0 16,0 0 4-16,0 0-5 0,0 0 11 0,0 0 1 15,0 0-6-15,17-2 1 0,-17 2-13 16,20 0 5-16,-20 0-3 0,30 0 0 0,-10 0-14 16,3 0-31-16,5 0-69 0,2 0-68 0,3 1-93 15,2-1-304-15,4 1 173 0,-4 1 140 16</inkml:trace>
  <inkml:trace contextRef="#ctx0" brushRef="#br0" timeOffset="174487.49">24708 9679 322 0,'0'0'211'0,"0"0"-34"16,-17-1-35-16,17 1-21 0,0 0-18 15,0 0-10-15,0 0-18 0,-14-3-18 0,14 3-7 16,0 0-6-16,0 0-7 15,0 0-1-15,0 0-7 0,0 0-7 0,0 0 0 16,0 0-8-16,0 0-2 0,0 0 6 0,19-1-4 16,-19 1-1-16,17 0 1 0,-17 0-3 15,23 2-4-15,-23-2 1 0,29 2-2 0,-11-1-4 16,1 0 3-16,2-1 0 0,2 0-3 0,1 0 1 16,4 1-1-16,0-2 3 0,1 1 1 15,3 0-4-15,0 0-1 0,5-1-1 0,0 0 5 16,0-1-7-16,0 1 5 0,1 0-1 15,2 1 0-15,-2-3 1 0,0 0 3 0,-1 3 3 16,3-2 13-16,-2-1 11 0,0 1 6 0,0-1 8 16,2 1-6-16,-1 0-1 0,0-1-4 15,2 1-12-15,-3 0-5 0,2-2 4 16,-1 2-10-16,1-1-1 0,-1 1 0 16,2-2-5-16,0 2-4 0,-2 0-1 0,1-1 2 15,-2 2-6-15,3-1 6 0,-3 1-2 0,-1-2-5 16,0 2-6-16,3 1 13 0,-3-2-3 15,0 2-2-15,0 0 5 0,0-1-10 0,2 1 8 16,-2 0-1-16,2 0-5 0,-1 0 3 16,0 0-5-16,0 0-6 0,1 0 0 0,-1 0 5 15,1 0-11-15,1 0 5 0,-3 0 8 0,2 1 2 16,0-1-10-16,-1 0 7 0,-1 2-2 16,-1-1 0-16,2-1-4 0,-7 1-11 15,1-1-6-15,-1 2-3 0,7-1-9 0,-3 1 7 16,2-1-3-16,0 2-6 0,3-2 4 15,-3 2 3-15,1 0-4 0,-1-1 6 0,2 0 3 16,1 2-4-16,0-1 3 0,-1 0 8 16,1-1 2-16,-1 1 4 0,1-1 5 0,-1 2-1 15,0-2 7-15,-1-1 0 0,0 2 2 0,2-1 5 16,-1 1 0-16,0 0 4 0,0-2 1 16,1 2-3-16,-1-1-2 0,1 0-1 0,0 0 3 15,0 1-4-15,0-2-1 0,1 2-2 16,1-1 3-16,0-1-7 0,0 1-6 0,-1-1-1 15,-1 1-2-15,2-2 1 0,-1 1 6 0,-1 0 9 16,0-1 6-16,0 2 8 16,0-1 0-16,-2-1 1 0,1 2 5 0,1-2 8 15,-3 0 18-15,0 0 13 0,3 1 6 0,-3-1 0 16,2 0-8-16,0 0-13 0,1 0-8 16,0 0 2-16,-2 0-5 0,5 2-8 0,-2-1 3 15,0 1-10-15,2-2-3 0,-3 0-8 16,0 0 8-16,-1 1-6 0,2 1 2 0,-3-2-4 15,-1 0-2-15,-5 0-1 0,-1 0 3 0,-1-2-1 16,0 1 1-16,-1 1 1 16,-1 0-7-16,1 0 1 0,-2 0 3 0,1 0-7 0,-1 0-22 15,0 0-41-15,-3 0-48 0,0 0-68 16,-1 0-301-16,-1 0 152 0,-3 0 209 16</inkml:trace>
  <inkml:trace contextRef="#ctx0" brushRef="#br0" timeOffset="176757.95">25030 11010 316 0,'0'0'174'16,"0"0"-28"-16,-19 0-31 0,19 0-20 0,0 0-9 15,0 0-15-15,0 0-8 0,0 0-8 16,0 0-3-16,0 0 2 0,0 0-4 0,0 0-6 16,0 0-4-16,0 0-6 0,8 9 1 0,-8-9-2 15,0 0 8-15,19 5-2 0,-19-5-3 16,23 2 0-16,-23-2 4 0,28 6-1 15,-10-6 0-15,1 3-5 0,4-1-7 0,2 1 0 16,3-2-11-16,2 1 2 0,8-1-4 0,-1 2-6 16,2-2-3-16,0 2-1 0,4-3 1 15,6 2-3-15,2-1 0 0,-1 1-2 16,2-2 6-16,0 0 0 0,2 0-5 0,0 0-6 16,0 0 5-16,2-2 1 0,1 1-5 0,1-1 3 15,-2 2 3-15,1-1-4 0,1-2 2 16,1 2 0-16,0-2 0 0,-1 3-1 0,2-2 0 15,0 1-2-15,0 1-10 0,-3-1-11 16,3 1-23-16,0 1 2 0,0-1 1 0,-1 1 5 16,-1 1 9-16,-2-2 8 0,1 3 4 15,-1-1 2-15,0 0 6 0,-3-1 0 16,0 1 4-16,-1-1 2 0,-2 1 1 0,1-1 1 16,0-1 4-16,-1 2 0 0,1-2-2 0,0 1 0 15,-2-1-1-15,1 2-2 0,-1-2-3 16,1 2-11-16,-7-1-16 0,-1 0-5 0,0 1 4 15,2-1 8-15,-4 0 3 0,3 0 3 16,-1 0 6-16,0 0 4 0,-3 1 8 0,3-1 17 16,-1-1 11-16,-1 2-1 0,0-1-5 0,1-1-1 15,-1 2 4-15,1-1-4 16,0-1-6-16,-1 0-2 0,2 0-5 0,-1 0-1 0,0 2 0 16,1-2 8-16,0 0-2 15,-1 1 15-15,1-1 7 0,0 2 0 0,-1-2-3 0,2 0-7 16,0 0-1-16,1 0 0 0,-2 2 1 15,9-1 15-15,-3 1-8 0,1 0 12 16,-3 1-4-16,3 1-9 0,-3 1-2 0,-1-2-16 16,2 2-6-16,-7-1-15 0,-3-1-10 0,2 1-13 15,-2-1-17-15,-2 0-25 0,2-2-21 16,-6 0-19-16,-1-1-24 0,-4 0-13 0,3-1-70 16,-2-2-114-16,-1 0 104 0,-1-1 75 15</inkml:trace>
  <inkml:trace contextRef="#ctx0" brushRef="#br0" timeOffset="176829.04">30051 11103 532 0,'17'-2'131'0,"1"2"-33"0,1 0-28 16,-1 2-26-16,-18-2-62 0,34 0-131 0,-34 0-76 16,28 0 72-16,-28 0 41 0</inkml:trace>
  <inkml:trace contextRef="#ctx0" brushRef="#br0" timeOffset="178202.46">30045 9716 257 0,'0'0'167'0,"0"0"-41"0,0 0-22 0,0 0-9 0,5-7-7 15,-5 7-7-15,0 0 3 0,0 0-3 16,0 0-7-16,14-2-2 0,-14 2-20 16,0 0 0-16,0 0-13 0,19-3 2 0,-19 3-15 15,0 0-2-15,18-1-7 0,-18 1-3 16,0 0 0-16,22 0-9 0,-22 0 1 0,0 0-3 15,26 0 3-15,-26 0-1 0,23 3-1 0,-23-3-5 16,24 1 8-16,-24-1-11 0,24 0 8 16,-24 0-6-16,23 2 4 0,-23-2-2 0,23 1-2 15,-23-1 1-15,18 0-1 16,-18 0 6-16,17 2-7 0,-17-2 0 0,0 0 6 0,22 0-2 16,-22 0-2-16,0 0 2 0,17 3 6 0,-17-3 9 15,0 0 0-15,17 3-13 16,-17-3 12-16,12 6 0 0,-12-6-4 0,10 7 4 15,-10-7-11-15,9 7 8 0,-9-7 1 16,8 12 6-16,-8-12 16 0,6 13-9 0,-1-4 3 16,-5-9-17-16,4 18 9 0,-2-7-6 0,0 1 6 15,0 1 4-15,-2 3 1 0,2 0 2 16,-1 2-9-16,0 0-5 0,-1 3-4 0,1-1 2 16,-1 0-12-16,2 4 15 0,-1 0-14 15,0-1 2-15,-1 2 1 0,2 0 9 0,-2 0-1 16,1 0-6-16,0 0 18 0,-1-1-5 0,0 1-2 15,0-1 4-15,-1 1-12 0,0-3 14 16,-1 0 2-16,2 0-4 0,-2-1-5 16,0-1-17-16,2 0 5 0,-1 1 0 0,0-1 7 15,0 0 0-15,-1 0 2 0,2 1-5 16,-2 0-5-16,2 2 5 0,-4-1-10 0,2 2 10 16,0-5-3-16,-2 3-1 0,3-1 3 15,-1 0-17-15,-2 2 14 0,1-6-8 0,-1 4 9 16,2-2 1-16,-1 0-5 0,1-1 3 15,-2 1-2-15,1-3 0 0,1 2 0 0,-1 0 3 16,1-1-16-16,0 1 15 0,0-3-3 0,0 2-2 16,1-4 4-16,1 1 3 0,-1 0-7 15,0-3-13-15,1 2 17 0,0-2-3 16,-2 0-12-16,2-1 14 0,-1 1-11 0,0-1 11 16,1-10-8-16,-3 19 10 0,3-19-1 15,-3 17-10-15,3-17 13 0,-4 16-4 0,4-16 4 16,-4 14-16-16,4-14 16 0,-4 13-2 0,4-13-14 15,-4 12 5-15,4-12 0 0,-5 11 14 16,5-11-3-16,-4 13-12 0,4-13 0 0,-5 9 1 16,5-9 12-16,-4 11-5 0,4-11 4 15,-3 10-9-15,3-10 8 0,-6 9 2 0,6-9-10 16,-3 11 4-16,3-11 2 0,-4 8-2 16,4-8-4-16,-5 8 13 0,5-8-6 15,-10 7-4-15,10-7 13 0,-11 6-12 0,11-6 17 16,-16 4-12-16,16-4 4 0,-21 4-13 0,21-4-5 15,-29 2-20-15,9-4-40 0,-6 1-36 16,-3-2-36-16,-7 0-56 0,-9-2-83 0,-4-3-200 16,-5-1 149-16,0 1 214 0</inkml:trace>
  <inkml:trace contextRef="#ctx0" brushRef="#br0" timeOffset="179496.92">24945 11778 465 0,'0'0'205'0,"0"0"-42"16,0 0-15-16,-18 3-3 16,18-3-3-16,0 0-10 0,0 0-16 0,0 0-23 15,-18 0-5-15,18 0-8 0,0 0 3 0,0 0-11 16,-19-3-21-16,19 3 2 0,0 0-9 16,0 0-11-16,-15-2 3 0,15 2-11 0,0 0-3 15,0 0-14-15,0 0 3 0,0 0 0 16,-17-1-11-16,17 1 10 0,0 0-1 0,0 0 3 15,0 0-14-15,0 0 11 0,0 0 5 0,9-4-8 16,-9 4-7-16,17-4 3 0,-17 4 8 16,25-5-10-16,-8 2 6 0,3 2-3 15,5-4-30-15,1 2-30 0,1 0-39 0,-1 2-39 16,1-2-43-16,1 1-32 0,-2 0-292 16,1-1 155-16,-3 0 196 0</inkml:trace>
  <inkml:trace contextRef="#ctx0" brushRef="#br0" timeOffset="180390.78">24955 11712 370 0,'0'0'177'0,"0"0"-35"0,-14 2-28 0,14-2-18 16,0 0-7-16,0 0-1 0,-15 1-2 0,15-1-4 15,0 0-9-15,0 0-9 0,0 0-11 16,0 0-9-16,0 0-4 0,0 0 2 16,0 0 8-16,0 0-6 0,0 0 4 0,11 6-4 15,-11-6-8-15,22 1-8 0,-22-1 0 16,28 2-4-16,-9-1 0 0,0 0 0 0,1 1-3 16,3-2 18-16,3 0-13 0,2 3-1 15,2-1 3-15,0-2-1 0,6 3 5 0,1-2 8 16,0 1-1-16,1-2-10 0,4 0 9 0,-1 2 5 15,4-2-20-15,5 0 6 0,1 0-12 16,1 0 10-16,-2 0-18 0,1 0 7 0,2 0-5 16,-2 0-11-16,2-2-2 0,-1 2 2 15,0 0 10-15,2 0-2 0,-1 0-2 16,-3 0 1-16,4-2-15 0,-3 2 16 0,2-1-7 16,-2 1-1-16,2 0-6 0,0-2 11 15,1 2-5-15,-1 0 4 0,2 0-2 0,-1-1-1 16,-1 1 0-16,2 0-11 0,0 0 10 15,-1 0 0-15,-1 1 0 0,0-1-3 0,-1 0 1 16,-1 2 1-16,0-2-6 0,0 1 8 0,-3 1-13 16,-4-2 5-16,4 2 4 0,1 0 4 15,0-1-2-15,-1 2-7 0,0-1 11 0,1 0-2 16,0 0-2-16,-1 3-9 0,-1-2 4 0,-1 0 10 16,2 0-9-16,-3 2 11 15,1-2-1-15,0 0 0 0,2 2-17 0,0-1 4 16,-8-1 12-16,6 0-9 0,-5 1 9 15,0-1-2-15,6 1 1 0,0 1-3 0,1-2 1 16,0 0 1-16,0 0-7 0,-1 0 9 0,2 0-11 16,-2 2 11-16,0-2-8 0,-1 0-1 15,-4 1 9-15,-4-3-1 0,3 0 3 0,1 1-14 16,-2-1 12-16,-2 1 0 0,-1-1-9 0,4 0 10 16,-4 1 0-16,1-2-2 0,-2 1-7 15,3-1 8-15,-2 2 4 0,1-1 1 0,-1-1-1 16,0 2-2-16,1 0 7 15,-1-1-1-15,0 2-6 0,-1-1 4 0,-5-1-15 16,8 0 9-16,-9 2-4 0,2-2 4 0,-1 0-12 16,3 1 12-16,-3 1-3 0,-1-3-4 15,0 3 8-15,0 0-4 0,0-1 1 0,-1-1-4 16,-1 3-9-16,0-4-23 0,-1 1-26 0,-2 0-35 16,-2 1-50-16,-3-2-47 0,-3-2-47 15,1 1-297-15,-4 0 162 0,-14 1 171 0</inkml:trace>
  <inkml:trace contextRef="#ctx0" brushRef="#br0" timeOffset="182928.07">25199 12932 432 0,'22'1'193'0,"-22"-1"-42"0,29 1-18 16,-12 0-15-16,2 0 6 0,1 2-11 0,1-2-20 15,5 0-14-15,1 2-7 0,2-2-10 0,2 0 1 16,3 1-9-16,2 1-13 0,2-1-3 15,-1 1-2-15,2 0 1 0,0 0-10 0,3-1 1 16,6 0-4-16,0 1-7 0,-1-1 1 16,-4-1-6-16,6 0 0 0,2-1-4 0,-1 2 3 15,-7-2 14-15,9 0 19 0,-2 0-2 16,-6 0-6-16,7-2-6 0,0 1-15 16,0 1 4-16,0-1-11 0,0 0 6 0,0 0-6 15,-1 1-4-15,0-3 10 0,-1 3-16 0,-4 0 10 16,6-1-2-16,-9 1-7 0,1 0-5 15,-1-1 7-15,0 1-4 0,1 0-7 0,-2 0 10 16,2 0-8-16,0-2 2 0,-2 2 9 16,0 0 2-16,2 0-2 0,-2 0-14 0,-2 2-20 15,2-2-1-15,-1 0-2 0,-2 0 2 16,0 1 10-16,0 0 5 0,-1-1 7 16,2 3-5-16,-2-2 3 0,-1 0 5 0,2 1 5 0,-1 0-1 15,0 0-2-15,1 0 8 0,0 0 0 16,0 0 11-16,1-2 3 0,0 3 15 15,3-2-7-15,-1 1-5 0,1-2-1 0,0 0-7 16,1 0-2-16,-1 0-23 0,0 0-17 16,-1 0 8-16,-2 0 7 0,3-3-1 0,-1 1 4 15,-1 1 2-15,0-1 8 0,1 0 1 0,0 1 0 16,1 0-9-16,-1 0 11 0,1 0-2 16,0-1 4-16,0 1 9 0,0 0 4 0,-1 0-3 15,-1 1-5-15,2-1-4 16,-3 1 5-16,2-1-3 0,-3-1-1 0,3 2 0 0,-4-1-4 15,2 0 3-15,-1 1-6 0,0-2 7 0,-1 1-1 16,-1-2-5-16,1 2 0 16,-1 0-7-16,0-2 10 0,-1 3 6 0,-3-2 0 15,-2 1 6-15,2 1-1 0,-1 0 16 16,1 0-3-16,3 1-17 0,-3-1-2 0,0 0-27 16,-1 0-18-16,-2 1 4 0,2-1-9 0,-3-1-18 15,0 1-20-15,-1-1-20 0,-2-1-6 16,2 0 0-16,-3 0-2 0,0-1-13 0,2-1-30 15,-2 1-249-15,-1-2 132 0,0 2 82 0</inkml:trace>
  <inkml:trace contextRef="#ctx0" brushRef="#br0" timeOffset="184472.19">30004 11854 550 0,'17'-4'198'0,"-17"4"-38"0,18-6-23 16,-18 6-19-16,23-4-26 0,-23 4-22 15,26-3-9-15,-26 3-16 0,32-4-11 0,-15 3-6 16,1 0-2-16,1-1-6 0,0 1-3 16,1 1 2-16,3 0-5 0,-2 1-1 0,2 1-2 15,2-1 1-15,-1 0-7 0,2-1-5 0,-4 1 3 16,1 0 5-16,-1 1-4 0,1-2 0 16,-1 0 2-16,-1 0-3 0,0 0 2 0,-3 0-3 15,1 0 1-15,-19 0-6 0,31 0 3 16,-31 0 1-16,29 0-7 0,-29 0 7 15,24 2-6-15,-24-2 3 0,22 2-6 0,-22-2-23 16,22 2-16-16,-22-2-8 0,20 4 4 16,-20-4 13-16,18 4 9 0,-18-4-13 0,19 5-9 15,-19-5-9-15,16 4-18 0,-16-4-6 0,15 2 10 16,-15-2 18-16,0 0 35 0,15 4 28 16,-15-4 2-16,0 0 4 0,0 0-3 0,18 3 3 15,-18-3-12-15,0 0 9 0,0 0-5 16,0 0-1-16,0 0 5 0,0 0-7 0,19 1-4 15,-19-1 5-15,0 0-9 0,0 0 9 0,0 0-3 16,0 0 1-16,0 0-1 0,0 0-3 16,0 0 0-16,13 3 9 0,-13-3 0 0,0 0 1 15,0 0 5-15,0 0 2 0,0 0 7 16,0 0-1-16,1 10 8 0,-1-10 4 16,0 0 3-16,0 0-1 0,-2 11 3 0,2-11 0 15,0 0-3-15,-2 12-1 0,2-12-7 16,-4 10-8-16,4-10-7 0,-3 15 4 0,3-15-3 15,-5 15-6-15,5-15 3 0,-4 19-2 16,1-8-3-16,-1 0 2 0,3 1-1 0,-3 1 3 16,0 0 4-16,1 3-4 0,0-4 0 0,0 4 6 15,-2-1-4-15,2 2-1 0,0-2-3 16,-1 3-2-16,0 0 3 0,0 2 0 16,-1 1-3-16,-1 0-4 0,0-1 2 0,1 2 2 15,-2 0-2-15,-1 0-1 0,0 0-4 16,1-1 5-16,0 0 1 0,-2-1-6 0,0 0 8 15,1 1-4-15,0-2-1 0,-2 1 3 16,4-1-3-16,-2 0 0 0,0-2 1 0,2 3-5 16,-3-3 1-16,4-1 5 0,-1 1-1 0,-1 1-7 15,1-3 10-15,0 0-5 0,-1 1 1 16,3-1-4-16,-2 0 5 0,1-1-1 0,-3 1 5 16,4-2 1-16,-1 1-4 0,0-3 2 15,1 3 0-15,0-4 5 0,0 0 3 0,0 0-4 16,1 1 0-16,-1-1-2 0,2-1-3 0,-1 0 6 15,-1-1 5-15,0 1 15 0,2 1 6 16,-2-2-5-16,0 1-6 0,4-9-6 16,-6 16-4-16,6-16-2 0,-8 15-1 0,4-7 4 15,4-8 6-15,-7 16 3 0,2-8-9 16,0-1 0-16,-1 0-9 0,1 3 14 0,0-3 29 16,-2 0 22-16,0 2-2 0,2-1-4 15,-3 0-6-15,3 0-13 0,-5 1 17 0,3-1-3 16,-4 1-7-16,1 0-4 0,-1-2-12 0,-2 2 3 15,0 0-2-15,-5-2-5 0,-1 1-6 16,-4-1-5-16,-2 0-9 0,-6-4-24 16,-6 3-37-16,-3-5-66 0,-13-2-89 0,-8-3-133 15,-15-4-309-15,-4-4 203 0,-8-2 84 16</inkml:trace>
  <inkml:trace contextRef="#ctx0" brushRef="#br0" timeOffset="-165648.23">1088 5407 68 0,'0'0'-23'0,"0"0"6"0,-8-5 6 16</inkml:trace>
  <inkml:trace contextRef="#ctx0" brushRef="#br0" timeOffset="-89818.94">920 1669 826 0,'-10'-6'406'0,"10"6"-93"15,0 0-63-15,-15 8-45 0,15-8-45 16,-10 17-34-16,5-5-13 0,0 2-19 0,1 2-19 16,1 0-8-16,2 4-18 0,-2 4-8 0,2 2-2 15,0-1-6-15,1-1 5 0,0 2-13 16,1-3-1-16,-1 1-7 0,3 1 3 0,-2-3-8 16,-1 1-8-16,0-2 8 0,3-1-4 0,-3 1-3 15,0-2-5-15,0-2-28 16,1 1-23-16,0-5-41 0,-1 0-63 0,0-1-56 15,1 0-63-15,-1-12-407 0,-1 17 218 0,1-17 57 16</inkml:trace>
  <inkml:trace contextRef="#ctx0" brushRef="#br0" timeOffset="-89232.7">798 1676 517 0,'5'-9'256'15,"2"0"-52"-15,1 0-55 0,1-1-4 0,3 1-27 16,1 0-24-16,1 1-10 0,1 2-13 15,-1 0-25-15,4 4-4 0,-3-1-17 0,-15 3-8 16,35 2 17-16,-18 2-18 0,0 1-8 16,2 4 12-16,-1 2-18 0,-4 3 8 15,0-2-11-15,0 4 3 0,-2 3 3 0,-2-2-4 16,-4 2-1-16,-2-2 6 0,-1 0-16 16,-2 2 28-16,-2-1 21 0,-1-3 21 0,0 2-12 15,-1-3-1-15,-2 2 33 0,1-2-5 0,-1-2 12 16,0 0-5-16,0-1 4 0,1-4-5 15,4-7 4-15,-8 13-9 0,8-13-13 0,-7 9-16 16,7-9-6-16,0 0-10 0,0 0-14 0,0 0 0 16,0 0-7-16,0 0-5 0,0 0-12 15,7-11-9-15,-7 11-10 0,13-7-9 0,-13 7 4 16,19-7-6-16,-19 7-12 0,22-2-23 16,-22 2 4-16,22 2-2 0,-22-2-18 0,20 9 47 15,-10-3 0-15,-2 4 2 0,2-1 13 16,-5 4 0-16,-1 1 16 0,0 1-11 15,-4 1 19-15,-1 2 22 0,-3 0 2 0,0-2 8 16,-1 1 17-16,-4 1 0 0,-1 0 0 0,-2-1-24 16,0-1 17-16,-3-1-15 0,-1-1-5 15,1-1 7-15,-3-1-18 0,0-4 12 0,3 0-22 16,-2-4-21-16,2 1-33 0,15-5-57 0,-27 0-45 16,27 0-74-16,-27-9-75 0,17 1-240 15,1 0 166-15,1-4 162 0</inkml:trace>
  <inkml:trace contextRef="#ctx0" brushRef="#br0" timeOffset="-88589.31">1595 1905 440 0,'-5'-10'308'0,"5"10"-42"16,-10-8-37-16,10 8-34 0,-10-6-22 0,10 6-18 15,-14-5-33-15,14 5-27 0,-18-3 8 16,18 3-12-16,-19-3-11 0,19 3-6 0,-18 3-1 16,18-3-8-16,-23 8-3 0,14-2-13 0,-2 2 7 15,-1 3-15-15,3 2 1 16,-1 0 3-16,2 3-18 0,2 2-1 0,1-2-1 15,0 4-4-15,1-2-3 0,3 1-9 0,-1-3 7 16,4 2-13-16,0 0 3 0,3-1 7 16,2-1-3-16,-2-2-4 0,4-2-2 0,-1-2 1 15,3-1 3-15,-1-2-9 0,-10-7-1 0,27 5-7 16,-27-5-15-16,28-7-1 0,-9-1 4 16,-4-3-4-16,3-4 3 0,-5 0 0 0,2-5 16 15,-5 0-14-15,1 0 12 0,-3 0 10 16,-1 1-6-16,-3 0 23 0,0 4 12 0,-2 0 14 15,1 4 1-15,-2 0-2 0,0 1-11 0,-1 10-10 16,2-12-2-16,-2 12-6 16,0 0 2-16,0 0-10 0,0 0 3 0,-3 17-5 15,6-6 0-15,-2 1 2 0,4 3-15 0,-1 1 2 16,1 1-7-16,0-2-7 0,1 1-14 16,2-2-11-16,1 1-15 0,-3-4-31 0,3 2-38 15,1-5-52-15,2-1-58 0,-12-7-108 0,18 6-259 16,-18-6 186-16,16-5 118 0</inkml:trace>
  <inkml:trace contextRef="#ctx0" brushRef="#br0" timeOffset="-88329.58">1905 1483 773 0,'-1'-12'430'0,"1"12"-118"0,-4-13-53 0,4 13-45 16,0 0-38-16,0 0-15 0,0 0-23 15,-15 8-10-15,11 2-19 0,0 3-15 0,2 5-14 16,-1 4-18-16,0 4-10 0,2 2-12 0,1 8 0 16,-1 1-13-16,1 9-2 0,0 0-7 15,0 2-5-15,1 0 3 0,-1-1-6 0,-1 1 3 16,0-1-4-16,-1-1-7 0,0-8-2 0,2-3-10 16,0-2-7-16,-1-5-13 15,1-2-24-15,-2-5-16 0,1-2-37 0,1 0-32 16,0-4-52-16,-1-2-78 0,0-4-467 0,1-9 241 15,-4 14 13-15</inkml:trace>
  <inkml:trace contextRef="#ctx0" brushRef="#br0" timeOffset="-88000.03">1636 1966 554 0,'0'0'324'0,"0"0"-34"16,0 0-32-16,0 0-26 0,0 0-21 0,13-3-27 15,-13 3-30-15,15-3-28 0,-15 3-31 16,26-3-24-16,-11 0-14 0,3 0-19 16,0 1 1-16,0-1-44 0,2 1-15 0,4-4-26 15,-1 3-32-15,3-1-37 0,-2-1-31 16,1 2-25-16,0-1-33 0,-2-1-35 0,0 0-266 16,-4 2 157-16,-3-1 193 0</inkml:trace>
  <inkml:trace contextRef="#ctx0" brushRef="#br0" timeOffset="-87641.83">2103 1663 752 0,'0'0'293'0,"-6"-13"-32"0,6 13-42 16,-7-13-14-16,7 13 0 0,-5-11-8 16,5 11-17-16,-4-10-21 0,4 10-24 0,0 0-15 15,-6-9-25-15,6 9-18 0,0 0-21 16,0 0-5-16,0 0-3 0,0 0-7 0,-4 17 5 16,4-4-1-16,3 5-5 0,-3 3-7 0,1 5-12 15,4 5 7-15,-1 1-7 0,1 1-3 16,0 8-5-16,-1 0 0 0,2-1-2 0,2 1-3 15,-2-1-1-15,-1-5-2 0,1-1-1 0,-1-1-1 16,2-2-6-16,-2-1-32 16,-1-6-30-16,0-1-38 0,0-4-54 0,0-3-75 15,-2-1-81-15,1-3-142 0,-2-3-190 0,-1-9 202 16,4 12 85-16</inkml:trace>
  <inkml:trace contextRef="#ctx0" brushRef="#br0" timeOffset="-87431.93">2080 1964 1137 0,'0'0'378'0,"-10"-7"-77"16,10 7-60-16,0 0-41 0,0 0-48 0,-8-9-37 15,8 9-26-15,0 0-25 0,0 0-17 0,-2-10-15 16,2 10-34-16,0 0-14 0,11-8-46 15,-11 8-49-15,14-5-54 0,-14 5-45 0,17-5-59 16,-17 5-334-16,20-3 185 0,-20 3 119 0</inkml:trace>
  <inkml:trace contextRef="#ctx0" brushRef="#br0" timeOffset="-86802.87">2293 1941 749 0,'0'0'319'0,"0"0"-61"0,9 5-64 16,-9-5-18-16,0 0-37 0,0 0-12 0,8 9-21 16,-8-9-7-16,0 0-19 0,6 11-11 15,-6-11-10-15,0 0-9 0,13 10-28 0,-13-10 12 16,7 4-17-16,-7-4 9 0,11 6-13 0,-11-6 9 16,0 0-13-16,19 2-7 0,-19-2 5 15,0 0-11-15,19-2-17 0,-19 2-15 0,15-9-24 16,-8 3 6-16,-1-1-5 0,-2 0-16 0,2-4 11 15,-2 3 9-15,0-4 8 16,-2 2 7-16,0-1 30 0,-2 11 17 0,0-18 26 16,0 18 23-16,-3-13 0 0,3 13-9 15,-8-7-6-15,8 7 14 0,0 0 17 0,-20 7-4 16,10 1 10-16,0 4 6 0,-2 1 0 0,2 4-14 16,-3 1 2-16,3 0-15 0,1 2-8 15,0 2-8-15,3-1-3 0,-2 1-8 0,3-1-2 16,1 1-2-16,1-3-5 0,1-1-1 0,2 1-2 15,4-4-1-15,0 2-7 0,1-2-3 16,0-1 2-16,4-2-1 0,1-2-10 0,2-4-14 16,0-1-24-16,4-2-23 0,-16-3-30 0,30-3-37 15,-11-3-14-15,0-2-5 16,2-3 11-16,0-7 3 0,-1 0 10 0,0-2 10 16,-6 0 31-16,3-2 16 0,-6-1 42 0,1 4 43 15,-5 1 46-15,0 2 18 0,-3 1 30 16,-2-1 15-16,2 6-5 0,-1-2-11 0,-3 12-9 15,3-19-14-15,-3 19-10 0,3-16-9 0,-3 16-8 16,1-12-12-16,-1 12-8 0,3-9-9 16,-3 9-7-16,0 0-7 0,0 0-1 0,0 0-1 15,0 0-10-15,0 0 5 0,0 0 0 0,0 12-2 16,0-12-4-16,0 19 0 0,0-7 1 16,0 1 1-16,1 3-2 0,-1-1-2 15,0 3 4-15,0 1-6 0,0 0 2 0,0 0-4 16,1-1-11-16,-1-1-21 0,0 0-26 15,-1-5-37-15,1 2-41 0,0-3-27 0,1 0-54 16,-1-11-68-16,3 15-407 0,-3-15 223 0,0 0 47 16</inkml:trace>
  <inkml:trace contextRef="#ctx0" brushRef="#br0" timeOffset="-86004.78">2593 2013 838 0,'0'0'393'0,"0"0"-92"0,-8-8-58 0,8 8-60 16,0 0-23-16,0 0-37 0,-6-7-22 0,6 7-26 15,0 0-18-15,0 0-10 0,0 0-4 16,5-10-10-16,-5 10-11 0,0 0-36 0,13-6-10 16,-13 6-14-16,14-5-32 0,-14 5 27 15,12-6-10-15,-12 6 0 0,17-4 27 0,-17 4 1 16,18-4-14-16,-18 4 26 0,19-6 6 0,-19 6-12 15,15-3 2-15,-15 3 19 0,0 0 16 16,25 0 6-16,-25 0-7 0,13 3 19 0,-13-3 21 16,15 12 1-16,-10-4-8 0,0 1 2 0,1 1-8 15,1 4-4-15,-2-1 4 16,0 2 0-16,0-2-10 0,1 1-3 0,-1 1-9 16,2-3-2-16,-2 3-7 0,0-2 2 0,1-1-3 15,1 0-10-15,-2-4-6 0,0 0 2 16,-5-8-10-16,9 14-25 0,-9-14-2 0,11 6-32 15,-11-6-26-15,0 0-30 0,18-7 6 0,-18 7-3 16,14-16 4-16,-6 4 19 0,0 0 12 16,-2-2 20-16,3 0 18 0,-3 0 18 0,-2 0 33 15,1 1 26-15,-1 3 14 0,0 2-4 0,-4 8 25 16,7-14-4-16,-7 14 0 0,0 0 1 16,0 0 17-16,0 0 1 0,0 0-15 15,0 0 4-15,0 0-23 0,0 13 25 0,0-13-19 16,-1 18 4-16,0-8-6 0,1 0 0 15,1 1-13-15,0-2-3 0,-1-9-5 0,4 18-12 16,0-8 7-16,1-2 6 0,3-1-3 0,-1-1-10 16,-7-6 8-16,18 7-11 0,-18-7 5 15,25 0-8-15,-11-3-18 0,2-3-7 0,2-3-13 16,0-2-15-16,0-3-5 0,0-3-9 0,-2 0-2 16,-2 0 31-16,-1-2-4 0,-3 2 7 15,0-1 34-15,-2 3 12 0,-3 1 38 16,0 1 15-16,-1 4 3 0,0-1 3 0,-4 10-7 0,4-15-10 15,-4 15-10-15,1-10-11 0,-1 10-5 16,0 0-7-16,0 0 0 0,0 0-4 16,0 0-2-16,-10 11-7 0,10-11-1 0,-5 18 0 15,2-6 1-15,2-1-8 0,-2 4 0 0,2 1 2 16,0 3-3-16,1-1 2 0,-3 2-2 16,3 2 2-16,0 1 13 0,0 4 4 0,3 0-1 15,-2 3-7-15,-1-3 1 0,0 6-4 16,0-4-1-16,0 5-3 0,-1 0 2 0,-3-1-4 15,0 2-6-15,-1-2 5 0,-3 0 0 0,-1 3 1 16,-2-5-8-16,1-3 0 0,-2-1-6 16,-2-3-6-16,0-3-2 0,-2-2-22 0,0-5-29 15,-3-1-33-15,0-7-74 0,0 1-66 0,-1-5-109 16,-2-4-419-16,0-3 251 16,-3-6-16-16</inkml:trace>
  <inkml:trace contextRef="#ctx0" brushRef="#br0" timeOffset="-85186.64">1241 3120 696 0,'-17'4'256'15,"2"3"-22"-15,1-3-37 0,-1 1 4 16,2 1-12-16,13-6-3 0,-22 6-26 0,22-6-22 16,-13 5-34-16,13-5-7 0,0 0-8 0,0 0-1 15,0 0 5-15,14 3 4 16,7-5-3-16,7-3-3 0,9-2-12 0,14-1-16 15,15-3-3-15,8-3-15 0,9 0-10 0,6 0-4 16,7 0-5-16,21-5 3 0,6 2-9 16,2-1-9-16,1 1-1 0,4 0 0 0,0 3 4 15,3-2-4-15,0 2 2 0,-3 1-11 0,-4 1-1 16,-1 1 4-16,-22 3-5 16,-2 0-20-16,-5 2-16 0,-4-4-10 0,-6 6-16 15,-6 0-4-15,-5-2-6 0,-18 1-14 0,-7 2 3 16,-11 0-19-16,-3 2-12 0,-8-2-12 0,-6 0-30 15,-4 1-62-15,-18 2-106 0,20-8-285 0,-20 8 187 16,3-9 113-16</inkml:trace>
  <inkml:trace contextRef="#ctx0" brushRef="#br0" timeOffset="-84633.66">4263 1380 632 0,'0'0'267'0,"0"0"-51"0,3-11-35 15,-3 11-7-15,0 0-15 0,0 0-16 16,0 0 4-16,11 11-3 0,-9 0-20 0,1 6-13 16,-2 5-13-16,2 5-6 0,-1 5 1 15,2 6-6-15,-1 6 4 0,0 5-9 0,1 0-14 16,-3 1-13-16,1 1-9 0,-1 0-7 0,-1 2-9 15,0-2-5-15,0 1-6 16,-3-3-2-16,3-4-5 0,0-6-2 0,2-1-3 16,-1-5-10-16,0-6-31 0,2 0-38 0,-2-5-40 15,2-2-40-15,-2-3-51 0,0-4-54 16,-1-1-119-16,0-12-240 0,1 14 190 0,-1-14 109 16</inkml:trace>
  <inkml:trace contextRef="#ctx0" brushRef="#br0" timeOffset="-84417.02">4317 2333 1013 0,'0'0'462'0,"0"0"-99"16,0 0-72-16,0 0-52 0,0 0-49 0,0 0-30 15,0 0-19-15,0 0-18 0,0 0-20 16,0 0-15-16,0 0-10 0,0 0-9 16,0 0-17-16,16 2-9 0,-16-2-14 0,15-2-11 15,-15 2 1-15,23-3-10 0,-6 0-19 16,-1 2-27-16,3-2-25 0,-1 0-25 0,4-1-28 15,-2 2-43-15,-1-2-12 0,3 1-30 0,-4-2-26 16,1 2-51-16,0 0-82 0,-3-1-199 16,0 0 166-16,-2-2 154 0</inkml:trace>
  <inkml:trace contextRef="#ctx0" brushRef="#br0" timeOffset="-84077.66">4737 2166 723 0,'3'-10'380'0,"-3"10"-80"15,0 0-38-15,3-12-47 0,-3 12-25 0,0 0-31 16,0 0-26-16,3-11-22 0,-3 11-16 16,0 0-7-16,0 0-13 0,0 0-11 0,0 0-3 15,-3 13-14-15,3-13-6 0,-1 16-7 16,1-5-8-16,-1-1-3 0,1 3-4 15,0 1-4-15,0-1-1 0,-1 0-8 0,2 2 4 16,-1-3-7-16,0-1-30 0,1 1-36 16,-1-2-48-16,3-1-38 0,-3-9-73 15,2 15-86-15,-2-15-394 0,0 0 227 16,0 0 39-16</inkml:trace>
  <inkml:trace contextRef="#ctx0" brushRef="#br0" timeOffset="-83683.55">4655 1878 525 0,'0'0'339'0,"-6"-8"-62"0,6 8-73 0,0 0-47 16,0 0-25-16,0 0-17 0,0 0 12 15,0 0-19-15,-13 7 0 0,13-7-17 0,-2 15-3 16,4-6-16-16,-2-9-12 0,3 23-2 16,-1-11-10-16,2-2-18 0,0 5-13 15,1-2 7-15,2-1 0 0,0-4-16 0,-2 0 2 16,3 0 3-16,0-1-4 0,-8-7-12 15,17 6-6-15,-17-6 0 0,17-4-26 0,-6-2 0 16,0-2 12-16,-1-3 5 0,0-1-9 0,2-3 16 16,-3-3-4-16,-2 0 9 0,-2 0-1 0,-1-4 1 15,-1 4-7-15,-3 0 17 0,-3 0 16 16,2 1-1-16,-3 1 9 0,-1 2-4 0,-4 1-16 16,3 6 5-16,-3 0-4 0,0 1-1 0,9 6-10 15,-23-5 11-15,23 5-25 0,-24 2-11 16,24-2-5-16,-22 7-36 0,22-7-27 0,-14 10-55 15,6-4-71-15,8-6-137 0,-10 13-143 0,10-13 154 16,-5 12 196-16</inkml:trace>
  <inkml:trace contextRef="#ctx0" brushRef="#br0" timeOffset="-83426.75">5016 2060 567 0,'0'0'391'0,"0"11"-74"16,0-11-55-16,0 0-40 0,-1 11-40 16,1-11-17-16,0 0-29 0,0 0-34 0,5 8-13 15,-5-8-13-15,0 0-21 0,0 0-11 16,18 4-18-16,-18-4-12 0,0 0-46 0,27-2-37 15,-27 2-53-15,28-4-88 0,-11 0-108 0,-2 1-276 16,3-2 181-16,-3-1 124 0</inkml:trace>
  <inkml:trace contextRef="#ctx0" brushRef="#br0" timeOffset="-83041.09">5445 1592 932 0,'-1'-9'371'16,"1"9"-95"-16,0 0-51 0,0-12-46 0,0 12-41 15,0 0-8-15,0 0-16 0,0 0-20 0,-2 19-6 16,2-6-15-16,-1 4-7 0,1 4-9 0,0 2-10 16,0 4-6-16,-1 1-7 0,1 7-8 15,1 0-1-15,-2 2-9 0,1-1-2 0,-1 0-4 16,-1-1 0-16,2-1-2 0,-2 0-2 0,2-8-8 15,0 1-36-15,-1-1-22 0,1-8-42 16,0 0-46-16,-3-1-80 0,2-4-122 0,-2-2-297 16,3-11 203-16,-5 12 84 0</inkml:trace>
  <inkml:trace contextRef="#ctx0" brushRef="#br0" timeOffset="-82325.72">5389 1337 608 0,'0'0'316'0,"0"0"-58"16,0 0-71-16,0 0-37 0,0 0-34 0,0 0 1 16,0 0-22-16,0 0-11 0,-5 9-13 0,5-9-19 15,0 17 5-15,1-6-9 0,2 1-17 16,-1 2 6-16,1 2-8 0,2-2-3 16,-1 1-8-16,2 0-11 0,2-2 17 0,-2 0-4 15,2-1 2-15,2-2-22 0,-1 2-3 16,0-6 16-16,-9-6 5 0,19 7-12 0,-19-7-18 15,18 1 13-15,-7-6-6 0,-2-1-6 0,2-1 14 16,0-4 5-16,-5 0 7 0,2-6 5 16,-3 3 20-16,0-1 2 0,-4-1-2 0,1-2 14 15,-2 5 3-15,-2-2-4 0,0 0-5 16,-4 2-17-16,-1 0-1 0,2 4-9 16,-3 1-14-16,-2 1-4 0,10 7-14 0,-19-6-18 0,19 6-14 15,-23 1-16-15,23-1-21 16,-24 8-5-16,12-1-37 0,3 2-52 0,-1 2-70 15,4 1-387-15,1 0 197 0,1 1 95 0</inkml:trace>
  <inkml:trace contextRef="#ctx0" brushRef="#br0" timeOffset="-81918.78">5655 1752 523 0,'-1'11'291'0,"1"-11"-59"0,-2 14-31 0,2-14-21 15,-5 18-24-15,2-8 2 0,2 1-19 0,-2 1-28 16,1 2 1-16,0 2-8 0,1 0-30 16,-1 4 0-16,0-6-9 0,1 4-11 0,2 0-22 15,1 1 5-15,0-3-7 0,1 1-4 0,1 0 1 16,1-3-3-16,2 0-5 0,0-3-3 15,0 1 0-15,1-3-8 0,1-1-6 0,0-4 3 16,-9-4-4-16,18 4-17 0,-18-4 3 16,23-7 9-16,-12-2-10 0,-1-2 5 0,1-5-6 15,0-1 2-15,-2-4 12 0,-3 1-4 0,2-4 9 16,-3 1 9-16,-1-2 3 0,-4-2 5 16,0 2 2-16,-3 1 2 0,-2 1 7 15,0 2-2-15,-1 4-7 0,-3 1-7 0,-1 4 1 16,1 0-4-16,-2 6-8 0,0 0-15 0,11 6-15 15,-18-4-24-15,18 4-14 0,-19 3-41 16,19-3-9-16,-14 7-36 0,14-7-41 0,-14 11-48 16,14-11-366-16,-10 8 185 0,10-8 119 0</inkml:trace>
  <inkml:trace contextRef="#ctx0" brushRef="#br0" timeOffset="-81440.8">5908 1710 858 0,'0'0'393'0,"14"-2"-87"0,-14 2-74 15,0 0-47-15,0 0-33 0,20 3-21 0,-20-3-16 16,8 8-24-16,-1 0-12 0,-4 1-22 0,2 4-7 16,-1 1-11-16,0 5-3 0,1 1 6 0,-1 4-9 15,0 0-4-15,1 1-14 0,0 3-2 16,-2-1 3-16,-1-2-2 0,1 0-6 0,-2 0 1 15,0-1-1-15,-1-4-5 0,0 0 2 16,0-2 3-16,0-2-6 0,-1-3 3 16,1 1 3-16,-3-4-4 0,2-1-2 0,1-9 3 15,-5 11-2-15,5-11-1 0,0 0-2 16,0 0 3-16,0 0-5 0,-14-2 6 0,14 2 2 16,-4-19 7-16,3 7 1 0,0-5-1 0,1-1 3 15,1-1-4-15,3-3 0 0,-2-2-1 0,4 2-8 16,0-1 2-16,0 4-3 0,2-2-2 15,1 2-1-15,1 1-1 0,-1 2-1 0,0 3 0 16,1 2 2-16,0 2 0 0,2-1-1 0,-1 6 2 16,-11 4 0-16,19-4-2 0,-19 4-1 15,21 3 5-15,-11 2-3 0,0 2-3 16,0 2 5-16,1 2 2 0,-3 0 0 0,0 4 0 16,0-1 0-16,-3 0-2 0,0 3 2 0,0-1-5 15,-1 1-13-15,-2-2-17 0,1 0-29 16,-3-1-36-16,0 0-36 0,-1-1-43 0,-1-2-58 15,1 0-95-15,1-11-295 0,-4 15 193 16,4-15 100-16</inkml:trace>
  <inkml:trace contextRef="#ctx0" brushRef="#br0" timeOffset="-80523.04">6465 1969 864 0,'-16'5'330'0,"16"-5"-81"0,0 0-58 0,-13 3-16 16,13-3-26-16,0 0 0 0,-13 5 1 0,13-5-17 16,0 0-10-16,0 0-14 0,-12 3-10 15,12-3-13-15,0 0-18 0,0 0-15 0,0 0-3 16,0 0-12-16,17 0-7 0,-17 0-4 0,30-5-7 16,-12 2 1-16,6-1-5 0,4 0-4 15,5-1-2-15,3-1-2 0,1 2-4 0,9-2-2 16,-3 0-4-16,-3 2 2 0,-2-2-9 15,-2 0-17-15,-1 1-16 0,0 1-18 0,-6 0-29 16,-2 0-18-16,-3 2-30 0,-3 0-31 0,-5-1-23 16,-16 3-31-16,26-2-4 0,-26 2-24 15,0 0-35-15,20-2-143 0,-20 2 139 16,0 0 254-16</inkml:trace>
  <inkml:trace contextRef="#ctx0" brushRef="#br0" timeOffset="-80253.5">6938 1809 644 0,'0'0'352'0,"2"-11"-58"15,-2 11-60-15,0 0-21 0,6-9-28 16,-6 9-15-16,0 0-25 0,8-6-20 0,-8 6-15 16,0 0-9-16,0 0-13 0,0 0-15 15,19 0-11-15,-19 0 2 0,14 6-4 16,-14-6-3-16,17 9-9 0,-17-9 2 0,16 11-2 15,-8-4-5-15,2 0-3 0,-2 1 3 16,0-1-3-16,-2 1-12 0,0 1-1 0,1-1-9 16,-2 2-2-16,-3-1-3 0,0 3-26 0,-1-3-32 15,-1 2-38-15,0 0-61 0,-3 0-57 16,-1 1-85-16,-2 0-105 0,-3-2-316 0,3 2 228 16,-2-2 38-16</inkml:trace>
  <inkml:trace contextRef="#ctx0" brushRef="#br0" timeOffset="-79288.32">8038 1736 873 0,'-9'-12'410'0,"4"5"-78"0,-1-2-53 16,2 0-33-16,-1-1-48 0,1-2-32 16,2 1-26-16,-1-2-21 0,3 1-17 0,0-3-18 15,1 1-17-15,3-3-13 0,0 2-9 16,2-1-13-16,6-2-5 0,-2 4-4 0,3-2-7 16,-2 5 0-16,3 0-7 0,0 2-3 15,-1 3-2-15,1-2-11 0,-14 8-8 0,26-2-13 16,-26 2-10-16,23 7-6 0,-12 0-5 0,-1 4-14 15,-1 0-1-15,-1 5 4 0,-2 1-14 16,-2 0 19-16,-3 1 6 0,-1 3 12 0,-1-1 8 16,-2 1 9-16,-1 1 7 0,-3-1-3 0,1-1 18 15,-2-2 32-15,-2-1 7 0,2-2 12 16,2-3 13-16,-1-1 2 0,2 0 2 16,-1-3-3-16,2-2-10 0,4-6-5 0,-8 13-13 15,8-13-7-15,0 0-5 0,0 0-11 16,0 0-1-16,0 0-6 0,6 7-3 0,-6-7-8 15,0 0-7-15,21-1-9 0,-21 1-3 0,23 1 6 16,-23-1-3-16,28 5 5 0,-14 1 3 16,0 1 3-16,0 0 3 0,-1 3 0 0,-2 1 1 15,-1 1-1-15,-3-1-3 0,2 4 2 16,-5-1 5-16,-2 2 8 0,0-1 4 0,-5 3 8 16,-1-4 0-16,-2 3-3 0,-3 0-2 0,-1-1 5 15,-3-1-4-15,-1-2-1 16,-1 1-5-16,-2-3-5 0,-2-3 1 0,1 0-14 15,2-5-15-15,-1 1-17 0,17-4-13 0,-32 0-36 16,18-1-29-16,0-3-45 0,0-2-74 16,4-1-85-16,1-1-379 0,1 0 226 0,3-2 40 15</inkml:trace>
  <inkml:trace contextRef="#ctx0" brushRef="#br0" timeOffset="-79035.14">8462 1791 1136 0,'0'0'513'0,"0"0"-109"15,15-4-85-15,-15 4-76 0,0 0-48 16,0 0-38-16,0 0-27 0,17-2-19 0,-17 2-25 16,0 0-13-16,0 0-12 0,0 0-14 0,-2 10-10 15,2-10-3-15,0 0-9 0,-5 12-5 16,5-12-4-16,-1 9-8 0,1-9-4 0,0 0-1 15,-5 14-15-15,5-14-26 0,0 0-21 0,0 10-23 16,0-10-37-16,0 0-55 0,0 0-87 0,0 0-129 16,0 0-398-16,0 0 257 15,13-6-36-15</inkml:trace>
  <inkml:trace contextRef="#ctx0" brushRef="#br0" timeOffset="-78669.74">8619 1501 1030 0,'0'0'429'0,"0"0"-100"15,-3-12-69-15,3 12-51 0,0 0-48 0,0 0-36 16,4-10-24-16,-4 10-19 16,0 0-20-16,10-8-9 0,-10 8-12 0,13-4-4 15,-13 4-10-15,14-4-7 0,-14 4-4 0,20-5-2 16,-20 5-5-16,22-3 4 0,-22 3-5 15,27-3-5-15,-27 3 0 0,28-1 2 0,-28 1-2 16,27 0 0-16,-27 0 3 0,25 1-2 0,-25-1 6 16,23 5 5-16,-23-5 4 0,17 10 1 0,-11-1 3 15,0 3 4-15,-2 2-4 0,-1 5 7 16,-2 5 3-16,-1 1 2 0,0 3 1 0,-2 5-5 16,-1 3-3-16,-3 5-5 0,-2 2-6 0,-2 1-5 15,-2 0 2-15,-2-1-3 0,4-4-3 16,-4-2-3-16,5-6 0 0,-1-1-17 0,0-5-23 15,2-4-31-15,-1-3-37 0,3-3-46 0,-2-1-56 16,2-3-78-16,-1-4-117 0,7-7-306 16,-10 8 228-16,10-8 38 0</inkml:trace>
  <inkml:trace contextRef="#ctx0" brushRef="#br0" timeOffset="-78472.1">8616 1782 823 0,'0'0'490'0,"1"-13"-116"16,-1 13-78-16,3-14-60 0,-3 14-51 16,8-16-37-16,-8 16-24 0,10-13-24 0,-1 6-20 15,-2 1-22-15,2 0-8 0,4-1-12 16,1 2-19-16,1 1-40 0,2 1-30 16,1 1-65-16,0 2-39 0,1 2-59 0,1 1-49 15,-2 0-119-15,4 3-186 0,-2 1 171 0,-2-1 144 16</inkml:trace>
  <inkml:trace contextRef="#ctx0" brushRef="#br0" timeOffset="-78099.12">9096 1615 850 0,'0'0'465'0,"0"0"-117"0,0-12-65 0,0 12-58 16,0 0-45-16,6-8-43 0,-6 8-34 15,0 0-7-15,0 0-3 0,0 0-5 0,13 8-9 16,-13-8-9-16,5 16-10 0,-1-7-13 16,-2 4-4-16,2 1-12 0,0 0-1 0,0 3-5 15,-2-1 8-15,2 1-2 0,0-3-4 0,0-1 7 16,1-1-5-16,-1 0 2 15,1-3 9-15,-1 1 8 0,-4-10 18 0,9 10-7 16,-9-10-7-16,0 0-12 0,0 0-8 0,25-5-7 16,-16-6-4-16,0-1-7 0,4-2-5 15,-2-5-2-15,3-3-4 0,0-3-7 0,4-6-19 16,-2-1-16-16,0 0-24 0,-1 0-7 0,-1 6-14 16,-1 2-24-16,-4 5-50 0,4 1-51 15,-4 5-66-15,0 1-82 0,-2 4-424 0,1 2 254 16,-8 6-28-16</inkml:trace>
  <inkml:trace contextRef="#ctx0" brushRef="#br0" timeOffset="-77366.94">8282 1142 473 0,'-60'21'315'0,"1"4"-60"0,2 6-39 16,-2 2-14-16,2 4-19 0,2 0-13 0,0 6-20 16,3 1-13-16,2 1-17 0,4 4-14 15,5 1-16-15,4 2-19 0,3 2 2 0,7 2-1 16,0 1-1-16,7 1 1 0,7 2-2 0,2-2-7 15,7-5-4-15,4 2-9 16,4 1-3-16,6 9-6 0,4-2-7 0,10 0-5 0,3-5-2 16,3 1 1-16,6-1-7 0,5-5 4 15,5-1 12-15,4-4-21 0,6-4-5 16,5-4-5-16,3-4-4 0,6-6-6 0,3-5 0 16,2-3 2-16,3-8 0 0,1-3-1 0,5-5 2 15,-2-5 0-15,0-6-1 0,0-5 0 16,0-7 11-16,-3-2 2 0,-1-8-6 0,-3-2 2 15,-1-8-1-15,9-9 2 0,-3-7 6 0,-7-1 6 16,-14 6 3-16,-4-2 4 0,-3-6-2 16,-5 0 4-16,-5-5-1 0,-4 3 6 0,-6-3 6 15,-2-1-1-15,-6 1-6 0,-6-1 3 16,-3 0-6-16,-10 9-3 0,-1-3-5 16,-4 5-7-16,-5-3-4 0,-8-9 11 0,-2 4-8 15,-11 3-11-15,-2 1-11 0,-6 5-8 0,-4 1-11 16,-8 4-7-16,0 2-9 0,-5 5-15 0,-4 1-8 15,0 4 0-15,-5 3-14 0,-3 2 6 16,-4 3-4-16,-2 3 6 0,-1 4 5 0,-2 4 3 16,-3 4-2-16,0 5 5 0,-3 2-6 0,3 6 15 15,-4 3-13-15,2 4-9 0,1 3-19 16,2 3-22-16,1 4-45 0,7 3-45 0,2 2-67 16,4 3-316-16,5 3 180 0,7-1 129 15</inkml:trace>
  <inkml:trace contextRef="#ctx0" brushRef="#br0" timeOffset="-76629.98">9601 2102 864 0,'0'0'384'0,"0"0"-94"0,0 0-63 16,0 0-43-16,5 7-43 0,-5-7-17 15,0 0-15-15,0 0-20 0,9 6-4 0,-9-6 17 16,10 6 7-16,-10-6-8 0,14 9-11 16,-5-4-6-16,2 4-8 0,2-1 0 15,5 3 0-15,0 0-10 0,5 3-3 0,2 0-5 0,2 3-11 16,4 0-9-16,-2 1-9 0,-2-2-10 15,0-1-1-15,-2-1-4 0,1 1-1 0,-3-2-2 16,-4-2-7-16,0-1-4 0,-6-1-26 16,2-2-24-16,-3-1-23 0,-1 0-26 15,-2-1-24-15,-9-5-30 0,12 7-57 0,-12-7-71 16,0 0-100-16,8 7-314 0,-8-7 223 0,0 0 45 16</inkml:trace>
  <inkml:trace contextRef="#ctx0" brushRef="#br0" timeOffset="-76361.79">10133 2217 1129 0,'2'-10'486'0,"-2"10"-107"0,0 0-71 0,3-13-77 16,-3 13-48-16,0 0-38 0,4-9-32 16,-4 9-22-16,0 0-16 0,0 0-12 15,0 0-11-15,0 0-7 0,0 0-7 0,7 6-12 16,-7-6 1-16,4 14-8 0,-1-3-3 0,-2 0-4 15,0 0-4-15,2 3 2 0,-2 3-1 16,-1-1 0-16,0 1-2 0,0 1-2 0,0-1 2 16,-1-1-1-16,-2 1-2 0,1-2-2 0,-1 1-1 15,-3 0-4-15,2-2-21 0,-2 0-25 16,-1-1-37-16,1-1-59 0,-4 1-77 16,1-1-94-16,-1 0-136 0,-2-2-248 0,2 0 225 15,0-2 42-15</inkml:trace>
  <inkml:trace contextRef="#ctx0" brushRef="#br0" timeOffset="-75788.73">10860 2258 1014 0,'-5'-9'338'0,"5"9"-75"0,0 0-57 16,0 0-40-16,-13 9-40 0,13-9-21 16,-9 19-16-16,0-8-23 0,0 5-22 0,-1 3-3 0,1 2-7 15,-5 4-13-15,1 1-9 16,-3 4-22-16,-1-1-4 0,-2 3-18 0,0-4-5 15,0 0-13-15,1-4-3 0,0-2-15 0,0-2-12 16,2-1-26-16,-1-4-43 0,3 0-53 16,-1-3-104-16,2-3-142 0,-1 0 146 0,2-4 235 15</inkml:trace>
  <inkml:trace contextRef="#ctx0" brushRef="#br0" timeOffset="-75525.78">10477 2494 765 0,'0'0'467'0,"0"-14"-98"0,0 14-60 16,2-11-45-16,-2 11-46 0,0 0-39 16,1-13-22-16,-1 13-24 0,0 0-10 0,4-11-2 15,-4 11-7-15,0 0-8 0,11-4-2 0,-11 4-13 16,0 0-14-16,19 3-10 0,-19-3-16 16,22 10-8-16,-12 0-9 0,4 0-5 0,-1 4-4 15,1 0-6-15,-1 1 12 0,1 1-9 0,-1 2-9 16,3 2-6-16,-2 1-10 0,-1 0-11 15,2-1-24-15,-2-2-31 0,2 0-32 0,-3-3-31 16,0 0-39-16,0 0-30 0,-3-3-18 16,1 1-39-16,-2-2-47 0,-3 0-83 0,0-2-254 15,-5-9 200-15,6 15 88 0</inkml:trace>
  <inkml:trace contextRef="#ctx0" brushRef="#br0" timeOffset="-74873.46">11100 2510 610 0,'0'0'407'16,"-3"-15"-75"-16,3 15-68 0,-1-16-36 16,1 16-48-16,1-19-11 0,2 7-21 0,-2-1-16 15,4 1-21-15,-1-1-15 0,1 2-12 0,3-1-21 16,-2-1-15-16,3 2-9 0,-1 0-7 15,2 3-4-15,0-1-7 0,-1 1-1 16,1 2-7-16,-10 6-4 0,21-7-2 0,-21 7-4 0,16-1 9 16,-16 1-7-16,15 6-4 15,-15-6 3-15,12 14-5 0,-7-5 2 0,0 3 1 16,-4 3-9-16,2-2-3 0,-4 1-11 0,-2 2-13 16,2 0-4-16,-7 2-1 0,3 0 5 15,-4 0 2-15,0-1 13 0,-2-2 5 0,-1 0 4 16,2-3 1-16,0-2 7 0,1-1 2 15,1-2 6-15,1 0 13 0,7-7 8 0,-12 10-2 16,12-10-8-16,-9 5-3 0,9-5-7 0,0 0 7 16,0 0-6-16,0 0 2 0,0 0-3 15,0 0-7-15,14-7 6 0,-14 7-6 16,17-2 2-16,-17 2-3 0,20 2 2 0,-20-2 1 16,26 5-1-16,-11-2 1 0,-1 3-6 15,0 0 11-15,-1 1 0 0,0 1 0 0,-2 3 5 16,-2 0 8-16,0 1 2 0,-3 1 20 0,-2 1 6 15,-4 0-13-15,0 0 0 0,-4 0-5 16,-2 2-4-16,-3 0-5 0,-1 1-5 0,-7-4-1 16,2 1-10-16,-4 0-14 0,-4-4-30 15,2-3-35-15,0 3-41 0,-2-6-23 0,5 0-42 16,-1-1-96-16,19-3-173 0,-31 0-191 0,31 0 201 16,-24-4 89-16</inkml:trace>
  <inkml:trace contextRef="#ctx0" brushRef="#br0" timeOffset="-64554.78">8726 3124 926 0,'0'0'357'15,"0"0"-62"-15,0-12-47 0,0 12-29 16,0 0-30-16,-4-11-25 0,4 11-29 0,0 0-12 15,-5-11-19-15,5 11-18 0,0 0-17 16,-8-8-12-16,8 8-10 0,0 0-10 0,-11-6-6 16,11 6-11-16,0 0-4 0,0 0-5 0,-17 3-4 15,17-3 4-15,-9 9-2 16,2-3-4-16,0 1-2 0,2 1 0 0,0 0 1 16,5-8-3-16,-8 17 2 0,8-17-6 0,-6 17 4 15,6-17 1-15,-1 16-2 0,1-16 3 16,1 17-5-16,3-7 3 0,2-2 6 0,-2 0-8 15,4 2 5-15,-1-1-7 0,2 1 0 0,1-1 4 16,1 2-1-16,0-1 3 0,1 0-7 16,-1-1 6-16,2 2-7 0,-2 3 0 0,2-4 12 15,-3 3-2-15,-1 0-2 0,0 0-4 16,0-1-1-16,-1 3 2 0,-3-1 3 0,0 1 0 16,-2 1 1-16,-1-2-4 0,-1-2 4 0,-2 1 1 15,1 2-3-15,-5-2 0 16,1 0 4-16,-1 0-1 0,1-2 3 0,-2 2-3 15,-2-4 4-15,2-2-2 0,-1 0 0 0,1 1 0 16,6-8-1-16,-14 9 0 0,14-9-4 16,-13 4-1-16,13-4-2 0,0 0-6 0,-19-4 2 15,19 4-2-15,-7-12-5 0,4 4-7 0,-1-3 5 16,4-1-5-16,0 0 0 0,0-4 1 16,4 0 0-16,0 0-2 0,0-1-1 0,4-1 7 15,1-1-1-15,2 1 4 0,0-2 3 16,1 3-4-16,-1 0 6 0,3 0-3 0,-2-1 7 15,0 2-2-15,1 0 4 0,-1 1-3 16,-2 2-2-16,-3 0 7 0,1 3-1 16,0-2 0-16,-2 1 3 0,-1 2 0 0,-1-1-1 15,-1 2 0-15,-3 8 2 0,2-18 1 0,-2 18-5 16,-1-17-1-16,1 17 4 0,-4-18-1 16,4 18-4-16,-9-17-1 0,4 9-3 0,-1-1-2 15,-1 3-13-15,1-1-15 0,-2 1-19 0,8 6-13 16,-15-11-16-16,15 11-10 0,-14-7-23 15,14 7-36-15,0 0-19 0,-21 0-45 0,21 0-79 16,-12 6-247-16,12-6 164 0,-13 7 166 16</inkml:trace>
  <inkml:trace contextRef="#ctx0" brushRef="#br0" timeOffset="-64004.19">9236 3348 961 0,'0'0'378'0,"0"0"-59"0,0 0-42 0,-6 9-28 16,6-9-34-16,0 0-31 0,0 0-29 0,0 0-24 16,-12 8-21-16,12-8-22 0,0 0-17 15,0 0-14-15,-10 6-13 0,10-6-7 0,0 0-7 16,0 0-7-16,-8 8-6 0,8-8-1 16,0 0-1-16,-5 10-9 0,5-10 3 0,0 0-2 15,-6 12-1-15,6-12 0 0,0 0-5 0,-4 11 3 16,4-11-1-16,0 0-3 15,-2 9 3-15,2-9-1 0,0 0 1 0,0 0-4 16,-3 8 7-16,3-8 0 0,0 0-2 0,0 0 2 16,0 0-2-16,0 0-3 0,0 0 4 15,0 0-4-15,0 0 1 0,0-12-5 0,0 12 6 16,-3-8 0-16,3 8-4 0,-2-11 4 0,2 11-3 16,-4-9 11-16,4 9 2 0,-5-7-5 15,5 7-3-15,0 0-5 0,-10-8 4 0,10 8-4 16,0 0-2-16,0 0 2 0,-16 3 2 15,16-3 1-15,-7 7-3 0,7-7 0 0,-7 8-3 16,7-8-10-16,-5 7-6 0,5-7-5 0,0 0-12 16,-1 14-14-16,1-14-24 0,0 0-37 15,6 8-38-15,-6-8-51 0,0 0-76 16,17 2-91-16,-17-2-327 0,14-5 224 0,-14 5 47 16</inkml:trace>
  <inkml:trace contextRef="#ctx0" brushRef="#br0" timeOffset="-63692.44">9333 3200 660 0,'0'0'450'0,"0"0"-86"0,1-12-49 16,-1 12-45-16,0 0-28 15,3-10-37-15,-3 10-24 0,0 0-21 0,0 0-24 16,1-9-23-16,-1 9-23 0,0 0-14 0,0 0-17 15,0 0-12-15,0 0-7 0,0 0-5 16,0 0 0-16,0 0-3 0,10 12-1 0,-10-12-5 16,4 19-10-16,-1-7 1 0,-2 2-4 15,2 2 1-15,-1 2-9 0,-1-1 4 0,2 0-3 16,-2 2-5-16,2 2-1 0,-2-1 0 0,0-1 1 16,1 0-4-16,-1-2-20 0,0 1-18 15,3-3-21-15,-3 0-23 0,-1-3-37 0,1 0-26 16,1-1-47-16,0-2-35 0,-2-9-69 0,5 15-138 15,-5-15-194-15,0 0 196 0,8 7 98 16</inkml:trace>
  <inkml:trace contextRef="#ctx0" brushRef="#br0" timeOffset="-63280.83">9562 3311 916 0,'-3'-12'464'0,"3"12"-105"16,-4-11-62-16,4 11-49 0,-1-9-54 15,1 9-34-15,0 0-30 0,-4-12-26 16,4 12-22-16,0 0-20 0,-3-8-12 0,3 8-9 16,0 0-8-16,0 0-7 0,0 0-2 15,7 8-6-15,-7-8-1 0,6 15-5 0,-1-6-1 16,-1 4-2-16,1 0-1 0,0 2-5 0,2-1 2 15,-2 3-2-15,1-3 7 0,0 5-2 16,1-1-1-16,-2-3-4 0,0-1 1 0,1 0-2 16,-2-1 1-16,0-2 4 0,0-3 19 0,0 1 11 15,-4-9 15-15,6 13 3 0,-6-13 4 16,0 0-14-16,0 0-7 0,0 0-9 0,21-7-10 16,-16-1-5-16,1-4-5 0,-1-1-2 15,4-5-4-15,-1-1-10 0,-1-3-5 16,3-3-9-16,-1-2-7 0,2 1-8 0,-5 3-18 15,4 0-12-15,-2 4-16 0,-3-2-33 16,2 5-27-16,-1 3-16 0,-1-2-35 0,-1 5-31 16,1 1-48-16,-5 9-122 0,6-14-204 0,-6 14 183 15,5-9 120-15</inkml:trace>
  <inkml:trace contextRef="#ctx0" brushRef="#br0" timeOffset="-62539.16">8352 3202 656 0,'-5'-8'263'16,"5"8"-41"-16,0 0-44 0,-8-10-30 16,8 10-25-16,0 0-28 0,0 0-3 0,0 0 3 15,0 0 12-15,0 0 2 0,-4 10-9 0,6 0-11 16,-1 3-16-16,0 4 6 0,3 2-7 16,1 5-13-16,-1 1-4 0,4 3-9 0,-3 4-5 15,1 0-8-15,-1-1-7 0,0 3-11 16,-2 0-2-16,0 0 2 0,-1 0-4 0,2-2-10 15,-3-4-35-15,-1-3-26 0,3 0-24 0,-2-5-45 16,0-1-44-16,1-1-70 16,-1-2-85-16,-1-3-223 0,0-1 165 0,0-12 159 15</inkml:trace>
  <inkml:trace contextRef="#ctx0" brushRef="#br0" timeOffset="-61365.75">8379 3002 509 0,'-5'-8'288'15,"5"8"-60"-15,-3-9-42 0,3 9-37 0,0 0-22 16,0-15-11-16,0 15-14 0,4-10-2 16,-4 10-12-16,9-12-19 0,-9 12-16 0,14-10 8 15,-14 10-11-15,17-10-6 0,-17 10-4 0,21-7-19 16,-7 2 16-16,3 2-4 0,3-1 14 15,2 1-7-15,5-1-6 0,6-2 0 0,4 2-18 16,6 0 13-16,6-2 2 0,2-2-2 16,2 1-4-16,5 0 6 0,9-2 9 15,1-3 17-15,2 0 3 0,2 1-6 0,-2 0-10 16,-3 0-10-16,1-1-8 0,-3 0-2 16,-10 3-5-16,1 0-11 0,-1 1 4 0,-2 0-4 15,0-2-4-15,-2 3-2 0,0-1 2 0,-3 0-2 16,-1 1-4-16,-2 0-5 0,-2 0-7 15,-6 1-2-15,-1 0 5 0,-4 1 0 0,-4-1 0 16,-4 1-2-16,-1 2 7 0,-2 0 1 16,-5-1-9-16,0 1 13 0,-16 3-3 0,24-4 3 15,-24 4 0-15,20-5 1 0,-20 5-2 16,13-4 4-16,-13 4 0 0,12-4-9 0,-12 4 7 16,0 0-4-16,15-3-5 0,-15 3-2 15,0 0-14-15,0 0 6 0,17-5 1 0,-17 5 5 16,0 0 2-16,0 0-6 0,17-1 10 15,-17 1 1-15,0 0 1 0,0 0 3 0,18 1-3 16,-18-1 1-16,0 0-4 0,0 0 10 0,15 3 2 16,-15-3-10-16,0 0 14 0,12 9 7 15,-12-9 4-15,7 12-2 0,-3-3 13 0,1 0 6 16,1 6-6-16,0 0 3 0,1 5 2 0,1 1 6 16,1 7-4-16,-1 3-2 0,2 7-6 15,0 1-4-15,-1 3-4 0,0 2-4 16,-1 1-3-16,-2 3-2 0,1-2-1 0,-1 1-1 15,1 0-2-15,0-3-2 0,-2-2 6 16,0-1 0-16,-1-6 3 0,2-1 4 0,-2-2-1 16,0-3-7-16,0-3 1 0,-3-2-6 15,3-2 0-15,-3-3-2 0,3 0 1 0,-3-3-3 16,2-1-3-16,-3-1 4 0,1 0-1 0,-1-3-2 16,3 2 2-16,-3-2-2 0,-3-2 3 15,3-9-1-15,0 17-2 0,0-17 1 0,-1 16-4 16,1-16 5-16,-3 13-1 0,3-13 1 0,-1 12-1 15,1-12-1-15,0 0 2 0,-4 13 0 16,4-13-2-16,0 0 1 0,-5 10 1 16,5-10 0-16,0 0 0 0,-9 10-1 0,9-10-1 15,-11 5 0-15,11-5 1 0,-14 7-4 16,14-7 3-16,-22 7-1 0,9-2 1 0,-2-1 3 16,-2 1-2-16,-2 1 0 0,-4-2 0 15,-1 2-3-15,-3-2 4 0,-6 3 2 0,-3-2-3 16,-2-1 6-16,-5 2 2 0,-6 0-6 0,2-2 7 15,-7 2 1-15,0 0 12 0,-4 0 11 16,1 1 9-16,-12 1 5 0,4 0 13 0,-3 3 1 16,3-2 0-16,-1 2-6 0,11-1 4 0,0-1-13 15,3 1-6-15,2-1-4 0,2-1-2 16,2 3-1-16,1-4-10 0,4 2-5 16,8-2-6-16,0 0-5 0,2-1 8 0,6 0-10 15,-1-1-6-15,2-1 2 0,4 3 3 16,2-5-6-16,1 2-3 0,1-1 4 0,16-3 6 15,-25 5-6-15,25-5-7 0,-19 5-12 16,19-5-13-16,-16 2-7 0,16-2-4 0,0 0-9 16,-17 4-15-16,17-4-3 0,0 0-8 0,0 0-9 15,0 0-14-15,-15 3-23 0,15-3-16 16,0 0-25-16,0 0-44 0,0 0-65 16,0 0-87-16,0 0-365 0,0 0 236 0,0 0 23 15</inkml:trace>
  <inkml:trace contextRef="#ctx0" brushRef="#br0" timeOffset="-58474.79">12661 2307 723 0,'0'0'384'15,"-2"-12"-63"-15,2 12-38 0,-2-10-17 0,2 10-28 16,0 0-28-16,-2-12-29 0,2 12-24 0,0 0-26 16,-3-10-26-16,3 10-19 0,0 0-17 15,0 0-10-15,0 0 8 0,0 0-6 0,3 8-13 16,-1 3-11-16,1-1-7 0,1 5-6 0,-2 4-7 15,3 1 0-15,0 3-2 0,-1-1-5 16,0 1-2-16,0 1-2 0,-3 1-2 0,2-2-2 16,-2 1-1-16,2-2-11 0,-2-2-1 15,0-1-18-15,-1-1-13 0,1 0-9 0,1-2-12 16,-1 0-13-16,0-3-15 0,3 0-23 16,-4-2-26-16,1 0-36 0,2 0-59 15,-2-1-50-15,-1-10-131 0,0 17-153 0,0-17 171 16,0 13 145-16</inkml:trace>
  <inkml:trace contextRef="#ctx0" brushRef="#br0" timeOffset="-58239.02">12648 2326 844 0,'0'-12'368'0,"0"0"-93"0,0 2-49 16,4 0-26-16,1-1-44 0,0-2-24 0,3 1-32 16,2 2-15-16,0-1-31 0,2 2-14 0,2 0 2 15,-1 3-35-15,2 0-34 0,-1 2-34 16,3 1-31-16,-3 0-46 0,-14 3-53 0,28-2-49 16,-28 2-316-16,24 5 167 0,-12-2 155 15</inkml:trace>
  <inkml:trace contextRef="#ctx0" brushRef="#br0" timeOffset="-58005.73">12709 2552 1112 0,'-11'8'384'16,"11"-8"-84"-16,0 0-61 0,0 0-47 0,0 0-44 15,0 0-28-15,0 0-26 0,0 0-17 16,9-8-16-16,0 2-9 0,0 1-11 0,5-1-16 16,-3-2-12-16,6 2-40 0,-4 2-47 0,1 0-56 15,1-2-40-15,-15 6-39 16,24-5-43-16,-24 5-54 0,18 0-222 0,-18 0 160 16,14 3 175-16</inkml:trace>
  <inkml:trace contextRef="#ctx0" brushRef="#br0" timeOffset="-57818.54">12757 2763 778 0,'-5'14'302'15,"5"-14"-47"-15,0 0-59 0,-3 11 2 16,3-11-33-16,0 0-24 0,0 0-14 0,10 6-18 16,-10-6-25-16,0 0-23 0,19-3-8 0,-19 3-20 15,16-3-12-15,-16 3-20 16,19-6-46-16,-19 6-57 0,20-5-77 0,-20 5-59 15,18-6-84-15,-18 6-191 0,19-2 157 0,-19 2 188 16</inkml:trace>
  <inkml:trace contextRef="#ctx0" brushRef="#br0" timeOffset="-57338.08">13133 2532 723 0,'-9'-13'320'0,"9"13"-49"0,-13-9-58 16,13 9-32-16,-15-8-43 0,15 8-22 0,-17-3-3 15,17 3-14-15,-19 3-11 0,19-3-12 16,-20 8-18-16,10-4 3 0,-1 5-15 0,0 0-9 16,2 0-8-16,-1 2-16 0,1 1 9 0,0-2-1 15,4 3-1-15,-3-4-16 0,4 2-5 16,2-2 12-16,2-9-12 0,-5 16 4 0,5-16 3 15,1 13-3-15,-1-13-1 0,5 8-9 0,-5-8 12 16,0 0-2-16,14 5-12 0,-14-5 9 16,0 0 6-16,21-5-1 0,-21 5-3 0,15-8-12 15,-5 2 9-15,-2-1-5 0,2-1 14 16,-1 3 5-16,0-2-4 0,-2 1 12 16,1-1 0-16,-8 7-7 0,15-9-1 0,-15 9-8 15,12-6 5-15,-12 6-2 0,0 0 6 16,0 0-10-16,19 1-3 0,-19-1 11 0,6 10 0 15,-6-10-6-15,4 14-1 0,-4-14 3 0,2 19-1 16,-4-8 7-16,1 1-3 0,-3-1-7 16,0 3 6-16,0-1-4 0,-2 0 2 0,1 2-6 15,-4 0-1-15,0-3 4 0,0 1-3 0,-1-1-2 16,-3 1 3-16,2-1-8 0,-5-1-11 16,4-3-21-16,-4 0-29 0,1-2-36 15,1-1-43-15,-1 0-31 0,15-5-51 0,-26 2-75 16,26-2-273-16,-21-2 173 0,21 2 139 15</inkml:trace>
  <inkml:trace contextRef="#ctx0" brushRef="#br0" timeOffset="-57045.68">13203 2564 1095 0,'17'-7'454'16,"-17"7"-98"-16,12-6-69 0,-12 6-59 0,0 0-54 15,16-6-34-15,-16 6-28 0,0 0-23 16,0 0-19-16,12-4-10 0,-12 4-10 0,0 0-9 16,3 11-5-16,-3-11-5 0,0 18-4 15,-1-6-4-15,-1 0-9 0,1 3 5 0,1 3 10 16,0 1 1-16,-2 4-10 0,1 0-3 16,-1 2-2-16,2 2-4 0,0-2 0 0,0 2-4 15,0 0-2-15,0-1-2 0,-1 1-3 0,1-1-1 16,0-2-25-16,0-2-18 0,1-1-27 15,-1-2-25-15,0-2-41 0,-1-3-39 0,1-1-46 16,0-1-54-16,-4-1-123 0,4-11-232 16,-5 15 197-16,5-15 94 0</inkml:trace>
  <inkml:trace contextRef="#ctx0" brushRef="#br0" timeOffset="-56734.03">13245 2694 795 0,'3'-12'448'16,"-2"1"-116"-16,3 0-66 0,0-1-44 15,2-2-48-15,-1 1-39 0,4 0-30 0,-1 0-22 16,2 0-16-16,-1 1-19 0,1-1-5 16,3 4-18-16,-3 0 1 0,0 3-7 0,2 2-11 15,-12 4 4-15,18-6-3 0,-18 6-1 16,16 3-5-16,-16-3-1 0,16 6-12 15,-16-6 1-15,12 14 11 0,-8-6-8 0,0 2 10 16,-3 0-3-16,-1 3 2 0,0-2-2 0,-1 3-7 16,-3-2 8-16,-1 2-4 0,0 0 1 15,-3 0 7-15,-1-1-2 0,0 0-8 0,-2-2-19 16,2-1-3-16,-4-2-16 0,2 0-36 0,-1-1-29 16,12-7-62-16,-24 8-87 0,24-8-413 15,-23 0 213-15,23 0 68 0</inkml:trace>
  <inkml:trace contextRef="#ctx0" brushRef="#br0" timeOffset="-56131.18">13550 2307 637 0,'0'0'347'0,"0"0"-47"0,0 0-30 0,0 0-34 16,0 0-21-16,4-9-41 0,-4 9-21 15,0 0-29-15,0 0-23 0,1-10-13 16,-1 10-9-16,5-9-12 0,-5 9-13 0,12-10-14 16,-12 10-6-16,11-12-10 0,-11 12-6 15,17-13 0-15,-8 7-1 0,0 0-8 0,0 1-1 16,-9 5-6-16,19-8 2 0,-19 8-7 0,19-6 5 15,-19 6 0-15,0 0-3 0,22 1-4 16,-22-1-3-16,12 9 6 0,-12-9 2 0,9 15-3 16,-6-4 1-16,-2 3 0 0,2 0 7 15,-3 4-7-15,0-1 0 0,-3 1 1 16,2 1-14-16,-3 2 4 0,-1-1-2 0,0 0 3 16,0-2 2-16,-3 2 3 0,2-5-2 15,-2-2 1-15,2 0 1 0,-2-1 8 0,0-2 2 16,3-2 2-16,0 0 4 0,5-8 8 0,-9 11-4 0,9-11-5 15,-6 8 1-15,6-8-8 16,0 0 0-16,0 0-3 0,0 0 3 0,0 0-3 16,0 0 0-16,11-8 1 0,-11 8-1 0,13-5-1 15,-13 5-6-15,17-1 6 0,-17 1 3 16,16-3-7-16,-16 3 2 0,19 3 5 0,-19-3-10 16,18 4 6-16,-18-4-3 0,18 10 9 0,-18-10-4 15,9 11-4-15,-5-2 7 0,-3 1 2 16,-1-10-5-16,0 20 2 0,-2-8-2 0,-1 1 3 15,-2-1-4-15,-3 3 6 0,2-3-2 16,-4 2 10-16,-2 0-1 0,-1-1-11 16,1-1-9-16,-1-2-25 0,-1-1-31 0,1-3-31 15,-1 0-35-15,0-2-55 0,14-4-65 16,-24 4-107-16,24-4-241 0,-23-4 184 0,14 0 123 16</inkml:trace>
  <inkml:trace contextRef="#ctx0" brushRef="#br0" timeOffset="-55633.05">13879 2315 631 0,'0'0'278'0,"10"-10"-49"0,-10 10-31 0,11-7-23 16,-11 7-26-16,12-8-23 0,-12 8-28 0,16-10-5 16,-16 10-21-16,16-9-8 0,-16 9-19 0,17-7-13 15,-17 7-2-15,18-4 7 16,-18 4-4-16,0 0-5 0,21-2-13 0,-21 2 11 15,13 9-16-15,-8 0 24 0,-1 0-10 0,-1 2 8 16,-2 7-3-16,-2 0-5 0,-2 4 11 16,1 2 3-16,-5 5 1 0,1-1-2 0,-6 3-6 15,3-1-6-15,-1 1 6 0,-1 5-3 0,-1-8 14 16,2 1 9-16,-3-3 10 0,3-1 7 16,2-4 1-16,-2-3-5 0,4-2-5 0,-1-1-7 15,2-4-5-15,0 0-1 0,1-1-3 16,1-1-4-16,3-9-11 0,-4 13-3 15,4-13-5-15,0 0-3 0,1 12-5 0,-1-12-4 16,0 0 0-16,14 4-2 0,-14-4-1 16,0 0-11-16,28 0-25 0,-28 0-25 0,32-4-30 15,-14 2-45-15,2-1-67 0,6 0-73 0,-1 0-110 16,0 2-377-16,1-3 248 0,2 1-7 16</inkml:trace>
  <inkml:trace contextRef="#ctx0" brushRef="#br0" timeOffset="-55253.85">14346 2486 498 0,'0'0'299'0,"0"0"-56"0,0 0-44 0,-14-4-51 16,14 4-21-16,0 0-22 0,0 0-10 0,0 0 9 15,10-11-13-15,-10 11 15 0,14-5-4 16,0 2 2-16,0-3-9 0,4 0-30 15,5 0-5-15,3 0-12 0,3-1-10 0,2-1-13 16,2 3 4-16,0-4-8 0,0 2-11 0,4 0 2 16,-2 0-17-16,-2 2-23 0,-1-1-17 15,-4 3-45-15,-3-1-15 0,-3 2-56 0,-3-1-58 16,-1 2-54-16,-18 1-258 0,28-1 160 16,-28 1 176-16</inkml:trace>
  <inkml:trace contextRef="#ctx0" brushRef="#br0" timeOffset="-54940.69">14859 2273 809 0,'0'0'298'16,"-3"-10"-57"-16,3 10-64 0,0 0-12 15,0 0-15-15,0 0-43 0,0 0 14 0,0 0-16 16,0 0 0-16,0 0-21 0,0 0-6 0,18 7 0 16,-18-7-4-16,8 9-10 0,-8-9 1 15,9 13-6-15,-9-13-2 0,7 16-9 16,-3-7-11-16,0 1-11 0,0 0 0 0,-3-1-10 16,1 3 2-16,-1 0-3 0,-4 1 0 15,2 2-13-15,-3-1-7 0,-2 0-28 0,-1 1-37 16,-3 1-42-16,0 1-18 0,-2-3-46 15,0 0-57-15,-1 1-77 0,0-5-309 0,3 1 191 16,1-3 105-16</inkml:trace>
  <inkml:trace contextRef="#ctx0" brushRef="#br0" timeOffset="-54190.1">15416 2174 492 0,'0'0'241'0,"0"0"-43"0,0 0-39 15,-5-8-18-15,5 8-18 0,0 0-23 0,0 0 7 16,0 0-4-16,0 0-1 0,0 0-8 16,0 0-10-16,0 0-8 0,-5-9-29 15,5 9-5-15,0 0 3 0,0 0-13 0,0 0-6 16,-18-1-19-16,18 1 13 0,0 0-2 0,-19 1 6 16,19-1-5-16,-19 1 4 0,19-1 0 15,-23 2-4-15,23-2 19 0,-27 4 2 0,12-2 10 16,15-2 9-16,-28 3 12 0,28-3-4 0,-26 2-7 15,26-2-1-15,-23 3-9 0,23-3-6 16,-19 2-7-16,19-2-5 0,-14 2-3 0,14-2-4 16,0 0 2-16,-19 2-4 0,19-2-6 15,0 0 0-15,0 0-3 0,-13 3-2 0,13-3-5 16,0 0 2-16,0 0 1 0,-2 9 0 16,2-9-5-16,2 9-4 0,-2-9 7 15,4 13-3-15,-4-13-2 0,4 19-1 0,-3-8-2 16,1 2 3-16,-1 1-1 0,-1 3 0 0,0-1-1 15,-1 1 3-15,-2 2-2 0,-1-1-1 16,2 0 2-16,-4 4 0 0,2-6-3 0,-2-1 2 16,4 1-1-16,-2 0 1 0,0-4 0 0,3-2-1 15,-2 1 4-15,-1-3-4 0,4-8 5 16,-1 14 1-16,1-14-4 0,0 0 2 0,0 0 1 16,1 10 4-16,-1-10 0 0,0 0-4 15,13-7-1-15,-13 7-5 0,15-11 3 16,-4 4-3-16,-1-2 0 0,1 0 2 0,2 2-7 15,-2 0 4-15,1-1 1 0,-2 1-1 16,1 3 1-16,-11 4 3 0,21-6 0 0,-21 6 0 16,19-5-3-16,-19 5 0 0,17 3 3 0,-17-3-2 15,15 8 3-15,-15-8-4 16,11 16 3-16,-9-7-1 0,-1 2-1 0,-1 1-2 0,-1 0 4 16,0 1-6-16,-4 2-3 0,-2-1-10 0,1 0-14 15,-6 2-13-15,2-2-9 16,1-1-17-16,-2-1-20 0,2-1-34 0,0-2-31 0,0 0-41 15,1-3-80-15,8-6-442 16,-10 9 233-16,10-9 29 0</inkml:trace>
  <inkml:trace contextRef="#ctx0" brushRef="#br0" timeOffset="-53810.04">15452 2399 952 0,'9'-5'472'0,"-9"5"-105"0,0 0-73 0,13-6-46 16,-13 6-39-16,0 0-26 0,16-5-27 0,-16 5-14 15,0 0-17-15,19-1-7 0,-19 1-17 16,0 0-11-16,21 3-13 0,-21-3-4 16,15 9 0-16,-6-2-5 0,-1 1-11 0,2 4-14 15,-1 0-3-15,1 4-12 0,0 1-5 16,1-1-3-16,-1 3-2 0,1-1 15 0,-1-2-5 15,1 0-5-15,0-2-3 0,-2-2-5 0,-1-1 2 16,-1-3 5-16,2 2 11 0,-2-4 3 16,-7-6 7-16,11 8-6 0,-11-8-15 0,0 0 1 15,22-5-10-15,-22 5-9 0,14-13 4 16,-7 2-8-16,1-1 8 0,-1-2-10 0,0-5-6 16,3 0 10-16,1-4-18 0,0-2-19 15,3-2-21-15,-1 1-22 0,2 0-25 16,-1 1-29-16,3 2-24 0,-3 3-42 0,-2 3-43 15,1 1-70-15,1 3-87 0,-2 3-432 0,-2 1 269 16,0 0-77-16</inkml:trace>
  <inkml:trace contextRef="#ctx0" brushRef="#br0" timeOffset="-52740.78">14548 1963 488 0,'-30'1'279'0,"1"1"-61"0,-8 1-40 0,1-1-39 15,-2 3-27-15,1-2-18 0,-9 3-6 0,0-2-3 16,-1 3-3-16,1-1-5 0,0-1 0 16,3 2-1-16,-2 0-6 0,0 4-29 0,2-3 14 15,0 1-13-15,-1 2-1 0,1 0-4 0,2 0-16 16,0 2-15-16,-1 0 6 0,4 0 0 16,1 3 5-16,1-2-13 0,-2 1 9 15,4-1-4-15,-1 1 1 0,2 1-6 0,0 0 5 16,5-2-14-16,-7 0-3 0,6 0-17 15,1-1 26-15,-3 0 9 0,3 0-7 0,-5 3-1 16,5-2-9-16,-5 0 5 0,0 1 10 0,3 0-6 16,2-2 5-16,2 1 1 0,-1 0 0 15,0 1-3-15,0-2-12 0,0 2 8 0,3 1 0 16,0-2 3-16,0 3-5 0,1-1-14 16,-2 0 12-16,5 0 3 0,-2 0-6 0,1 2 15 15,-1-1-3-15,0 0-5 0,4 0-3 0,-2 1 9 16,2-1-1-16,2-2-6 0,-1 5 0 15,-2-1-1-15,1 0-10 0,5-3 15 0,-1 2-15 16,0 1 16-16,3 0-4 0,-1 0-1 16,5 1 0-16,-1-1-8 0,0 1 5 15,2 1-26-15,2 0 22 0,2-3 6 0,0 1-6 16,2 2 4-16,0-2-7 0,3 4 1 0,-1 1 10 16,5-2-6-16,-1 1 25 0,3 0-9 15,0 2 8-15,5-1-1 0,-1-1-10 0,3 2 4 16,2-3-4-16,5 5-11 0,3-2-7 15,0 0 4-15,2-4-6 0,3 1-12 0,3 0 26 16,2-1-4-16,1-3 0 0,4 0 1 0,2-1-12 16,3-2 12-16,4-1 5 0,9 1 1 15,3 0 10-15,2-5-8 0,4 0 14 16,3-3-2-16,4-3-2 0,3-4-15 0,4 0 3 16,1-3 11-16,3-3-7 0,3-4-7 15,2-2 9-15,4-3-9 0,17-6 3 0,-2 0-3 16,-2-3 10-16,0-4 4 0,-2 0-2 0,0-3 4 15,-1-3 8-15,-2-2 21 0,0-1 12 16,-3-1-2-16,-2-4 4 0,-1 0 0 0,-1 1-2 16,-3-2-6-16,-4 2 1 0,-1 0 9 15,-16 5-7-15,-2 1-6 0,-3 2-4 0,-3-2-4 16,-3 1-8-16,-2 1-1 0,-3-1-1 0,-6 3 2 16,-3-4-2-16,-5 1 1 15,-8 4-3-15,-4 2-3 0,-2-4 0 0,-4 3-1 16,-3-2-2-16,-6 0-3 0,-6 2-1 0,-4 4-4 15,-5-3-12-15,-5-1 8 0,-8-6-5 16,-7 0-3-16,-4 0 1 0,-16-3-9 0,-5 2-9 16,-8 3-9-16,-7 2-3 0,-9 1-13 0,-6 4-11 15,-7 2-13-15,-7 6-17 0,-25-2-24 16,-2 2-31-16,16 8-24 0,-24 1-34 0,15 5-52 16,-22 0-44-16,2 1-436 0,19 3 235 0,-2 2 23 15</inkml:trace>
  <inkml:trace contextRef="#ctx0" brushRef="#br0" timeOffset="-49358.52">11003 3663 780 0,'0'0'380'0,"0"0"-68"0,-13-4-52 16,13 4-29-16,0 0-35 0,-10-5-28 0,10 5-36 16,0 0-31-16,0 0-18 0,-12-5-11 15,12 5-17-15,0 0-15 0,0 0-3 0,0 0-6 16,0 0-4-16,0 0-4 0,0 0-7 0,21-1 4 15,-21 1-7-15,24 3 1 0,-24-3 8 16,33 0-4-16,-11 0 4 0,3-3 4 0,2 1 0 16,8-3 4-16,-1-1 6 0,-1-2-1 15,11-3 4-15,-5-1 1 0,2-3-5 16,1 2-14-16,-2-4-7 0,-2 0 2 0,-2 2-7 16,-1 1-2-16,-7-1-2 0,-2 1-1 15,-1 1-2-15,-3 2-2 0,-4 1 0 0,0 0 1 16,-3 4-5-16,-3-2 2 0,-1 0-6 0,-1 3-3 15,-10 5-4-15,13-11-2 0,-13 11 2 16,9-11 1-16,-9 11-1 0,7-7-1 0,-7 7-3 16,0 0-5-16,6-13-6 0,-6 13-12 0,0 0-14 15,2-12-24-15,-2 12-13 0,0 0-14 16,0 0-39-16,0-13-27 0,0 13-45 0,0 0-52 16,-1-8-67-16,1 8-190 0,0 0 159 15,-4-11 177-15</inkml:trace>
  <inkml:trace contextRef="#ctx0" brushRef="#br0" timeOffset="-49061.15">11729 3277 585 0,'-7'-8'373'0,"7"8"-53"15,-9-6-49-15,9 6-40 0,0 0-13 16,-9-9-29-16,9 9-20 0,0 0-32 0,-9-6-17 16,9 6-20-16,0 0-14 0,0 0-13 15,0 0-10-15,-10-4-11 0,10 4-13 0,0 0-8 16,0 0 3-16,0 0-7 0,0 0 1 0,9 6 1 15,-9-6-7-15,14 9 0 16,-14-9-7-16,21 7 3 0,-10-3-4 0,2-1 1 16,1 1-7-16,1 1 7 0,-1-1 1 0,0-1 1 15,3 2-5-15,-3-3 4 0,-14-2-11 16,23 8-2-16,-23-8 4 0,19 9-2 0,-19-9 3 16,13 10-7-16,-13-10 3 0,6 17 0 0,-6-8-8 15,-1 4 12-15,-3 1-25 0,-1 1-18 16,-3 3-30-16,-1 1-37 0,-1 1-67 0,-3 2-48 15,1 1-107-15,-1-2-462 0,-1 1 257 16,1-6-32-16</inkml:trace>
  <inkml:trace contextRef="#ctx0" brushRef="#br0" timeOffset="-42102.86">9947 3941 865 0,'0'0'300'0,"1"-13"-83"0,-1 13-27 0,0-12-31 16,0 12-30-16,0 0-15 0,0-13-35 15,0 13-4-15,0 0-29 0,0 0 24 0,0 0 13 16,0 0 6-16,9 10-8 0,-7 0-17 15,1 4-1-15,3 2-13 0,-2-1-7 0,0 5-9 16,0-1-6-16,-2 3-3 0,2 3-3 0,0-1 1 16,-1 0-7-16,0 1-3 0,0-1-3 15,-1-1-6-15,1 1-1 0,0-2 4 16,-2-3-3-16,0-1 0 0,0-2-5 0,2 2 5 16,-2-5 0-16,-1 0-3 0,3 0 1 15,-3-2-5-15,1 0 8 0,2-3-2 0,-3-8-1 16,0 16-1-16,0-16-2 0,0 12 3 15,0-12-2-15,1 11-1 0,-1-11 4 0,0 0-6 16,0 15 7-16,0-15-1 0,0 0-1 0,0 10 2 16,0-10-5-16,0 0 8 0,0 0 1 15,0 0 1-15,1 12-3 0,-1-12-4 0,0 0 2 16,0 0 2-16,0 0 0 0,0 0-2 0,9 7 4 16,-9-7-2-16,0 0 4 0,18-2 3 15,-18 2 2-15,25-5 8 0,-7 3 2 0,3-3 10 16,4-1 8-16,7-1-1 0,10-2-6 15,-1-2-3-15,5 0-4 0,1-3-5 16,4 0-4-16,8-4-5 0,-2 2-1 0,3 0-1 16,-1-2-7-16,-8 5-2 0,-1-2-5 15,-2 2-3-15,-1 0-3 0,-1 1-10 0,-1 2-6 16,-6 0-6-16,-4 0-1 0,-3 2 6 0,-3 1 2 16,-5 2 3-16,-2 0 7 0,-2 1 1 15,-2 0 5-15,-1 1 0 0,-2-1 7 0,-15 4-4 16,27-5 2-16,-27 5 0 0,19-5 0 0,-19 5-1 15,15-2 4-15,-15 2 3 0,0 0-1 16,17-3-2-16,-17 3-1 0,0 0 1 16,0 0 3-16,18-4-2 0,-18 4-5 0,0 0-4 15,0 0-2-15,0 0-8 0,0 0-12 16,14-4-24-16,-14 4-18 0,0 0-31 0,0 0-21 16,0 0-31-16,0 0-42 0,0 0-40 15,0 0-55-15,0 0-316 0,5-7 185 0,-5 7 115 16</inkml:trace>
  <inkml:trace contextRef="#ctx0" brushRef="#br0" timeOffset="-41805.21">11194 4104 615 0,'0'0'310'16,"-13"-3"-38"-16,13 3-28 0,0 0-18 15,-10-7-28-15,10 7-15 0,0 0-7 0,0 0-22 16,-10-6-28-16,10 6-24 0,0 0-14 0,0 0-11 15,0 0-12-15,0 0-10 0,0 0-11 16,6-10-4-16,-6 10-5 0,0 0-4 0,13-2-3 16,-13 2 2-16,0 0 1 0,23-3 3 0,-23 3 1 15,0 0-1-15,24 3-5 0,-24-3-12 16,16 2 0-16,-16-2-3 0,16 4-1 0,-16-4-2 16,14 6-4-16,-14-6-2 0,13 8 2 15,-13-8-2-15,10 11-4 0,-10-11-1 16,4 13-13-16,-4-13-27 0,1 15-32 0,-1-15-28 15,-1 20-49-15,-3-9-50 0,0 1-73 16,-2-1-129-16,2-1-267 0,-1 1 212 0,0-1 68 16</inkml:trace>
  <inkml:trace contextRef="#ctx0" brushRef="#br0" timeOffset="-40985.96">12021 4048 808 0,'0'0'354'16,"0"0"-64"-16,6 9-29 0,-6-9-34 0,0 0-28 15,0 0-29-15,0 0-39 0,0 0-24 16,0 0-19-16,0 0-9 0,0 0-19 0,0 0-11 15,0 0-4-15,0 0-13 0,10-7-1 16,-10 7-8-16,0 0-6 0,8-11-6 0,-8 11 0 16,6-10 1-16,-6 10-3 0,4-12 0 15,-4 12-4-15,4-13 5 0,-4 13 2 0,0-12 10 16,0 12 7-16,-4-13 3 0,4 13 2 16,-6-9-2-16,6 9-6 0,-9-7-4 0,9 7-5 15,0 0-8-15,-26 1 2 0,26-1-4 0,-21 11 1 16,8-2 2-16,0 2-4 0,-1 1 4 15,1 4 3-15,1-1-2 0,1 2-2 0,1 1 2 16,1 1-1-16,3 2 0 0,1-2-1 16,2 0-5-16,2-3 0 0,2 1-1 0,2 0-4 15,-1-2 2-15,5 0-3 0,3-2-8 16,0-1-25-16,2-2-36 0,2-1-55 16,0-2-47-16,2-3-87 0,0-1-115 0,-16-3-374 15,33-1 244-15,-17-2 3 0</inkml:trace>
  <inkml:trace contextRef="#ctx0" brushRef="#br0" timeOffset="-40678.27">12254 3924 704 0,'0'-12'461'0,"0"-1"-86"0,-1 3-46 16,0 0-37-16,1 10-38 0,-3-19-43 15,3 19-22-15,-3-14-29 0,3 14-28 0,-1-14-23 16,1 14-24-16,-1-9-14 0,1 9-17 15,0 0-12-15,-5-10-7 0,5 10-5 0,0 0 3 16,0 0 1-16,0 11 10 0,0-11-4 0,-1 18 0 16,1-3-8-16,-2 1-5 0,4 2 3 15,-4 1-9-15,2 2 0 0,0 1-3 0,2 1-11 16,-2 1-1-16,1 1 2 0,-1-2 4 16,0 2-5-16,1-4-4 0,2-1 1 0,-2 0-3 15,0-2-1-15,-1 0-27 0,1-2-18 0,2 1-26 16,-2-6-29-16,-1 3-34 0,3-4-28 15,-3-10-37-15,1 18-43 0,-1-18-73 16,0 13-114-16,0-13-267 0,-1 9 224 0,1-9 44 16</inkml:trace>
  <inkml:trace contextRef="#ctx0" brushRef="#br0" timeOffset="-40367.9">12244 4235 752 0,'1'-9'444'0,"-1"9"-95"16,0-12-36-16,0 12-39 0,1-11-35 0,-1 11-40 16,3-17-26-16,1 8-31 0,-2-1-22 15,2 2-23-15,1-2-23 0,2 2-13 16,-1-1-18-16,0 0-4 0,2 2-11 0,-1-2-5 16,-7 9-10-16,15-11-5 0,-15 11-3 15,11-8-2-15,-11 8-3 0,13-6 2 0,-13 6-2 16,0 0 1-16,15 4 1 0,-15-4 1 15,8 12-2-15,-4-3 0 0,1 0-1 0,-1 1 0 16,0 3 1-16,-1 0-1 0,1 0 3 0,0 0-4 16,0 0 3-16,1 0-7 0,-3-1-23 15,1 0-37-15,1-2-35 0,0 0-38 16,-4-10-52-16,2 15-53 0,-2-15-58 0,4 12-136 0,-4-12-161 16,0 0 182-16,1 10 124 0</inkml:trace>
  <inkml:trace contextRef="#ctx0" brushRef="#br0" timeOffset="-39565.82">12600 4098 596 0,'-7'-9'306'0,"7"9"-58"0,0 0-60 0,0 0-32 16,-5-10-35-16,5 10-7 15,0 0-9-15,-5-10-22 0,5 10 4 0,0 0-6 16,-6-12 14-16,6 12 1 0,0 0-2 0,-5-12-2 16,5 12-4-16,0 0 5 0,-7-9 1 15,7 9-14-15,0 0-7 0,-9-8-7 0,9 8-12 16,0 0-10-16,-15-2-7 0,15 2-6 15,0 0-2-15,-15 8 0 0,15-8-4 0,-13 10-2 16,8-1-4-16,-1 1-1 0,-1 0-4 16,2 1-1-16,-1 1-1 0,2 1-7 0,0-1 2 15,0 1-3-15,3-2-1 0,-2 1-3 16,2-2 3-16,1 1-1 0,1-1 1 0,-1-10 0 16,4 15-1-16,-4-15-3 0,8 14-4 15,-8-14-10-15,10 9-15 0,-10-9-16 0,13 5-19 16,-13-5-5-16,0 0-12 0,21 0-1 0,-21 0-2 15,16-8 3-15,-16 8 16 0,15-10 9 16,-15 10 21-16,13-12 3 0,-13 12 19 0,9-13 20 16,-9 13 11-16,7-11 24 0,-7 11 8 15,6-9 11-15,-6 9 3 0,0 0-6 16,6-9-11-16,-6 9-12 0,0 0-4 0,0 0-9 0,0 0-6 16,0 0 5-16,0 0-9 0,0 0 3 15,4 12-5-15,-4-12 0 0,1 13-1 16,-1-13-1-16,1 12-2 0,-1-12-4 0,4 14 1 15,-4-14 1-15,8 13 0 0,-8-13-3 16,6 11-13-16,-6-11-4 0,9 7-9 0,-9-7-16 16,0 0-4-16,15 7-13 0,-15-7-13 15,0 0-12-15,16-6 9 0,-16 6 6 0,11-10 13 16,-4 3 11-16,-2-2-5 0,-1 0 27 0,-1-2 12 16,1 3 11-16,0-3 11 0,-1-1 15 15,-1 1 20-15,2 0 5 0,-2 2 8 16,-2 9 14-16,3-17 0 0,-3 17-4 0,4-14-6 0,-4 14-9 15,0-11-8-15,0 11-11 0,0 0-7 16,1-12-3-16,-1 12-4 0,0 0-5 16,0 0-3-16,0 0 0 0,0 0-1 0,3 14 1 15,-3-14 9-15,1 15 0 0,-1-15-1 16,3 19-5-16,-2-9-4 0,0 1 26 0,2 3 3 16,-1-3-10-16,1 1-8 0,-1 0-4 15,1 0-2-15,-2 1-9 0,2-2-16 0,-1-1-32 16,1-1-40-16,-3-9-48 0,1 16-38 0,-1-16-73 15,1 9-104-15,-1-9-426 0,0 0 252 16,0 0-18-16</inkml:trace>
  <inkml:trace contextRef="#ctx0" brushRef="#br0" timeOffset="-39210.15">12697 4082 960 0,'0'0'373'0,"1"-11"-91"16,-1 11-45-16,0 0-45 0,8-8-42 0,-8 8-24 16,6-6-30-16,-6 6-28 0,10-9-16 0,-10 9-5 15,17-9-9-15,-8 5-11 0,-9 4-6 16,19-9-12-16,-19 9 7 0,19-9-5 0,-8 5-2 16,1 0-2-16,-12 4-7 0,20-9 8 15,-20 9-8-15,18-8 5 0,-18 8-2 16,16-5-2-16,-16 5 15 0,11-3 1 0,-11 3 5 15,0 0-5-15,14-5 11 0,-14 5-4 16,0 0 0-16,0 0 3 0,13 10 4 0,-13-10-3 16,1 11-7-16,-1-11 2 0,0 16-2 0,0-16-6 15,0 19-2-15,-1-9-5 0,1 2 2 16,0-2-2-16,0 5-2 0,0-5 2 0,0 2-4 16,1-2-3-16,0 0-3 0,2 1-18 0,2-1-41 15,-5-10-61-15,9 15-48 0,-9-15-64 16,10 10-110-16,-10-10-339 0,16 3 219 15,-16-3 55-15</inkml:trace>
  <inkml:trace contextRef="#ctx0" brushRef="#br0" timeOffset="-38585.89">13290 4007 850 0,'0'0'298'15,"-6"-11"-61"-15,6 11-28 0,0 0-23 16,-8-7-28-16,8 7-3 0,0 0-11 0,-10-8-18 16,10 8-19-16,0 0-18 0,-13-6-15 0,13 6-12 15,0 0-16-15,-14-2-15 0,14 2 0 16,0 0-5-16,-17 3-8 0,17-3-4 16,-10 5-6-16,10-5 6 0,-14 11-9 0,8-3-2 15,-1 1 5-15,1-1-8 0,-2 4 7 16,1 0-2-16,0 0-1 0,1-1-2 0,-1 3-4 15,1-4 14-15,1 4-9 0,0-5 7 0,2 1-3 16,1-1-3-16,2-9-2 0,-3 15 3 16,3-15-2-16,0 12-2 0,0-12-5 0,0 0-10 15,8 8-13-15,-8-8-2 0,0 0-5 16,15-2-14-16,-15 2 14 0,13-10-9 0,-4 3 15 16,-3 1-3-16,2-2 15 0,-2-3 10 0,1 3 6 15,-1-1 14-15,0-1 12 16,-2 1 14-16,0 1 6 0,-4 8 4 0,7-16 15 15,-7 16 2-15,3-13 0 0,-3 13-4 0,3-9-13 16,-3 9-9-16,0 0-12 0,0 0-5 16,0 0-1-16,0 0-1 0,0 0 2 0,6 9 3 15,-6-9 1-15,1 19 6 0,1-6 9 0,0 5 36 16,2 4 20-16,0 3 15 0,1 6-21 16,0 0-18-16,3 0-18 0,-3 1-6 0,0 1-9 15,-1 0-16-15,0 1-6 0,-3-1 2 16,-1-6-8-16,0 2 0 0,-4-2-1 0,0-2 3 15,0-1-21-15,-2 0 3 0,-3-4-14 0,0-1-5 16,0-4-12-16,-2-2-15 16,1-3-19-16,-2-3-13 0,-2-2-4 0,14-5 8 15,-25 4 13-15,25-4 10 0,-25-9 15 0,14 1 0 16,2-3-4-16,0-2-17 0,5-3-28 16,-2-1-27-16,5-2-25 0,1-6-21 0,2 0-12 15,3 0-33-15,0 2-22 0,3-3-43 16,0 2-95-16,2 3-167 0,0 2 160 0,0-1 175 15</inkml:trace>
  <inkml:trace contextRef="#ctx0" brushRef="#br0" timeOffset="-38288.41">13462 4053 857 0,'0'0'409'0,"0"0"-94"16,0 0-41-16,3-11-51 0,-3 11-30 0,0 0-38 15,0 0-19-15,0 0-9 0,0 0-8 0,0 0-11 16,0 0-11-16,0 0-11 0,6 6-15 16,-6-6-10-16,4 15-14 0,-4-15-3 0,4 17-11 15,-2-6-7-15,-1 0-4 0,2 0-5 16,-2 3-6-16,2-2-5 0,-2 1-1 15,2-1-23-15,-1-3-24 0,1 2-26 0,-2-3-30 16,-1-8-43-16,4 17-38 0,-4-17-88 16,0 0-117-16,0 0-329 0,0 9 231 0,0-9 33 15</inkml:trace>
  <inkml:trace contextRef="#ctx0" brushRef="#br0" timeOffset="-37885.98">13480 3851 655 0,'0'0'410'0,"-9"-12"-80"0,9 12-79 16,0 0-28-16,0 0-30 0,-8-7-31 16,8 7-28-16,0 0-25 0,0 0-3 0,0 0-18 15,0 0-10-15,-10 9-15 0,10-9-10 0,-1 12-12 16,1-12-10-16,1 17-4 0,0-8-4 15,2 2-7-15,-2-2-2 0,3 2-6 0,-1-1 3 16,-1-1-6-16,2 1-1 0,1-3 5 16,-5-7-3-16,8 16 0 0,-8-16-2 0,6 9 8 15,-6-9-1-15,9 7 1 0,-9-7-3 16,0 0-4-16,0 0 0 0,19-5-3 16,-19 5 0-16,12-14-1 0,-6 6 2 0,-1-3 0 15,-1-1-3-15,1 1 0 0,-2-3 2 0,-2 2-1 16,-1 0 1-16,0 1-5 0,0 0 0 15,-4 0-7-15,0 3-3 0,4 8-15 0,-10-14 1 16,10 14 1-16,-14-8-1 0,14 8 1 16,0 0-23-16,-19 0-24 0,19 0-29 0,-10 7-32 15,10-7-30-15,-9 15-47 0,9-15-53 0,-8 16-355 16,8-16 192-16,-1 16 104 16</inkml:trace>
  <inkml:trace contextRef="#ctx0" brushRef="#br0" timeOffset="-37433.65">13573 3984 863 0,'0'0'441'0,"0"0"-93"0,10 5-57 16,-10-5-54-16,0 0-41 0,0 0-40 16,0 0-30-16,12 6-21 0,-12-6-23 0,0 0-12 15,0 0-11-15,10 8-13 0,-10-8-10 16,4 10-8-16,-4-10-3 0,6 13-6 15,-6-13-3-15,5 18-4 0,-5-18 0 0,6 19-1 16,-3-9-2-16,0-1-4 0,-3-9-1 0,5 20 2 16,-5-20-2-16,2 16 0 0,-2-16 1 15,3 14-1-15,-3-14 0 0,3 10 8 0,-3-10 2 16,0 0-1-16,2 11-2 0,-2-11-2 16,0 0 0-16,0 0-2 0,0 0 5 0,0 0-1 15,-4-10 1-15,4 10 3 0,0-13 0 0,0 13-3 16,3-17-6-16,-2 5 0 0,2 0-1 15,-1 1 0-15,2-1 0 0,1 0-4 0,0 0 1 16,-1 4-1-16,1-3 0 0,-1 4 0 0,2-2-5 16,2 2 3-16,-8 7-3 0,10-11-2 15,-10 11 6-15,12-7-1 0,-12 7-1 16,0 0 0-16,15-4 2 0,-15 4-3 0,10 6 4 16,-10-6-2-16,8 8-2 0,-8-8 3 15,7 15-2-15,-3-6-5 0,0-2-12 0,-4-7-14 16,4 18-26-16,-4-18-39 0,5 16-20 15,-5-16-36-15,4 13-41 0,-4-13-66 0,4 10-77 16,-4-10-325-16,0 0 209 0,7 9 73 0</inkml:trace>
  <inkml:trace contextRef="#ctx0" brushRef="#br0" timeOffset="-36762.04">14012 3950 728 0,'0'0'470'0,"5"-9"-108"0,-5 9-73 0,4-7-45 16,-4 7-35-16,1-11-47 0,-1 11-24 0,0 0-19 16,0-11-17-16,0 11-14 0,0 0-17 15,-5-13-15-15,5 13-8 0,0 0-8 0,0 0-12 16,-10-6-2-16,10 6-5 0,0 0-4 0,-13 8-7 16,13-8 0-16,-11 11 0 0,11-11-3 15,-11 14 1-15,5-6-1 0,1 1-2 16,-1 1-3-16,0 0 4 0,3 0-5 0,0-1 4 15,-1 1 1-15,3-1 1 0,1-9 0 16,-4 16-5-16,4-16 4 0,0 15 1 0,0-15-1 16,5 10 3-16,-5-10-2 0,7 9 6 15,-7-9 0-15,0 0-3 0,12 6-2 0,-12-6-1 16,0 0 0-16,19-3-4 0,-19 3 1 0,13-8-1 16,-13 8 2-16,14-10 3 0,-14 10 1 15,11-15 7-15,-8 7 9 0,3-1 18 0,-3 1 7 16,2 0 2-16,-5 8-4 0,7-15-3 0,-7 15-5 15,4-14-4-15,-4 14-4 0,3-11-8 16,-3 11-4-16,0 0-10 0,3-11-2 0,-3 11 1 16,0 0-7-16,0 0 2 15,0 0-2-15,0 0 3 0,8 6-3 0,-8-6 19 0,6 22 15 16,-5-5-1-16,4 4 16 0,-1 4 1 16,3 8-6-16,-2 0 20 0,2 9 5 15,-3 1 2-15,1 1 3 0,-1 2 1 0,-3 1-9 16,2-2 0-16,-2 1-12 0,-1-1-9 0,0-7-12 15,-1 0-7-15,0-5-3 0,-2 0-4 16,-1-1-6-16,-1-5-2 0,-2-3-3 0,-1-4-1 16,-1-2-2-16,0-1 1 0,-4-6 0 0,3-1-1 15,-4-4-5-15,14-6 1 0,-23 5 0 16,23-5-7-16,-27-8-4 0,15 0-1 0,0-4 4 16,2-2-18-16,1-5-22 0,5-4-16 15,3 0-23-15,1-4-10 0,4 1 2 16,4-3-10-16,1 1 1 0,3-2-5 0,7 1-20 15,-4 0-4-15,7 2-4 0,-3 4 1 16,5-1 3-16,2 2 6 0,-2 4-4 0,4-4 0 16,-1 8-8-16,2-4 11 0,-2 3-8 0,1 0-10 15,-1 4-31-15,-3-3-65 0,2 3-116 16,-6 1-232-16,-2 1 179 0,1-1 130 0</inkml:trace>
  <inkml:trace contextRef="#ctx0" brushRef="#br0" timeOffset="-35698.61">14694 4082 628 0,'0'0'245'0,"-2"10"-18"0,2-10-15 15,-3 10-19-15,3-10-15 0,0 0-13 16,-1 11-3-16,1-11-8 0,0 0-3 16,-4 10-16-16,4-10-5 0,0 0-7 0,0 0-13 15,-5 9-6-15,5-9-10 0,0 0-7 16,0 0-14-16,0 0-13 0,0 0-14 0,0 0-9 16,-13-5-8-16,13 5-4 0,-1-16-4 0,1 4-9 15,0-1 2-15,0-4-2 0,0-1 0 16,1-2-3-16,-1-5-1 0,3-2-1 0,-2 1 2 15,1-3 3-15,-1 1 1 0,0 3 18 0,-1 0 11 16,0 5 11-16,2-1 1 0,-2 4-3 16,2 0-2-16,-1 5-11 0,-1-2-6 0,0 3-7 15,1 2-11-15,-1 9 1 0,0-16-2 16,0 16-6-16,0 0 2 0,5-9 3 16,-5 9-4-16,0 0-10 0,9 12 7 0,-3-4-2 15,-1 4 2-15,2 4-1 0,1 0-1 16,-3 4-1-16,4-2-1 0,-2 1 4 0,1 1-5 15,-1-1-1-15,-1-1 0 0,3-3 1 0,-3 1-3 16,1-4 2-16,-1 1-6 0,4-4-4 16,-5-1-15-16,2 0-1 0,-7-8-7 0,14 4 6 15,-14-4-5-15,15-4-8 0,-15 4 6 0,18-13-1 16,-7 1 8-16,-2-1 5 0,0-4 4 16,1-2 4-16,-1 0 4 0,0-1 6 0,0 1 5 15,-2 1 10-15,-1 1 1 0,-1 2 11 16,-1 2 4-16,0 2-4 0,-1 2 2 0,0-1-7 15,-3 10-4-15,5-13-4 0,-5 13 3 16,0 0-2-16,4-8-6 0,-4 8 1 16,0 0 2-16,0 0-7 0,5 14 7 0,-5-14-5 15,2 19 3-15,-1-6-6 0,0-1-1 0,-1 5 5 16,1-1-1-16,2 0 0 0,-2 2-3 16,-1-2 0-16,4 1 1 0,-3 0-25 0,0-2-21 15,2-2-37-15,-2-1-48 0,2 0-42 0,-1 1-51 16,2-6-63-16,-4-7-89 0,9 13-402 15,-9-13 254-15,10 5-27 0</inkml:trace>
  <inkml:trace contextRef="#ctx0" brushRef="#br0" timeOffset="-35366.19">15129 3868 932 0,'0'0'437'0,"4"-9"-81"0,-4 9-54 15,0 0-43-15,0 0-41 0,0 0-29 0,0 0-18 16,0 0-24-16,0 0-26 0,-5 12-13 15,5-12-20-15,-1 16-17 0,1-16-11 0,0 17-13 16,0-17-9-16,1 19-9 0,0-8-1 16,2 0-7-16,1-2-8 0,-1 0 6 0,3-1-8 15,-3 0 0-15,4 0-6 0,-7-8-2 16,10 11 3-16,-10-11-1 0,11 5-2 16,-11-5-1-16,0 0-5 0,20-5 1 0,-20 5-6 15,12-10 5-15,-5 3-3 0,-1-1 2 0,-2-3-2 16,1 0-1-16,-2 0 5 0,-1 0-1 15,-2 0 0-15,0 2-3 0,0 9 3 0,-5-19-1 16,0 11 0-16,5 8-5 0,-13-11-13 16,13 11-4-16,-17-5-11 0,17 5 2 0,-19-1-4 15,19 1-9-15,-17 3-25 0,17-3-33 0,-16 8-36 16,16-8-27-16,-12 9-53 0,12-9-80 16,-7 8-461-16,7-8 248 0,0 0-12 0</inkml:trace>
  <inkml:trace contextRef="#ctx0" brushRef="#br0" timeOffset="-34434.1">15448 3523 872 0,'7'-14'589'16,"-2"0"-133"-16,1 3-77 0,-2 0-75 0,1 4-40 15,0-2-31-15,-5 9-31 0,5-15-25 0,-5 15-17 16,5-8-11-16,-5 8-18 0,0 0 3 15,0 0-7-15,0 0-14 0,13 6-18 16,-9 4-16-16,-3 2-13 0,3 2-13 0,-3 2-9 16,3 2-16-16,-3 2 2 0,2 2-11 15,0 3-4-15,-1 0-2 0,1 0-1 0,-1 0-4 16,1-1 1-16,-2 1 0 0,4-3-8 16,-2-1 3-16,-1-2 0 0,1-5-4 0,-2 1 1 15,0-3 4-15,2-2-4 0,-2 2-9 0,-1-12-24 16,1 12-25-16,-1-12-18 0,0 0-13 15,0 0-3-15,0 0 2 0,0 0 0 0,0 0-6 16,-5-11 17-16,5 11 11 0,-6-16 23 16,-2 9 4-16,8 7 9 0,-10-13 4 0,10 13 6 15,-14-12 8-15,14 12-3 0,-14-6 3 0,14 6 0 16,0 0 6-16,-23 0 2 0,23 0-3 16,-14 6 4-16,5 0 2 0,3 1-3 15,-2 1 3-15,4 1-2 0,-1-1 7 0,0 4-2 16,2-2-5-16,2 2 0 0,0 0 8 15,1-1-3-15,1 0-5 0,3 0 2 0,0 2-9 16,0-5-13-16,2 4-4 0,4-2 7 0,-1-3 2 16,0 3-24-16,5-4-26 0,-2-2 1 15,-12-4-3-15,24 5-1 0,-24-5-8 0,25-4-10 16,-11-1 4-16,2-3 13 0,-1-3 9 0,0-1 12 16,1-4 11-16,-1 0 8 0,0-4 10 15,-3 2 14-15,0-1 23 0,0 4 28 0,-2-2 27 16,-1 1 11-16,-3 1 7 0,0 3 5 15,-2-1-1-15,-1 4 0 0,2-2-3 16,-1 3 0-16,-4 8-10 0,4-16-11 0,-4 16-15 16,1-12-3-16,-1 12-13 0,0 0-4 15,2-16-3-15,-2 16-5 0,0 0-3 0,0 0-3 16,0 0 5-16,0 0-1 0,0 0-2 0,0 0-1 16,-8 8-2-16,8-8-4 0,-3 19 0 15,1-5 1-15,-1-2-5 0,2 4-3 0,0 0 2 16,0-1-3-16,2 1 0 0,0 2-3 0,0 0 1 15,4-1-1-15,-1-1 3 16,1-1-4-16,0-1-1 0,3-1-10 0,0-2-11 16,-1-3 1-16,2-1 8 0,-9-7-18 15,19 7-15-15,-19-7-15 0,24-2-3 0,-12-4 7 16,2-2 5-16,1-4 11 0,0-3 8 0,-2-2 8 16,2-4 3-16,-3-1 6 0,-2 2 7 15,0-1 15-15,-2 1 14 0,0 2 18 0,-3 2 16 16,-1 1 7-16,0 1-4 0,-3 3-6 0,2 0-13 15,-3 11 0-15,1-16-11 0,-1 16-4 16,-1-10-1-16,1 10-10 0,0 0 3 0,0 0 2 16,0 0-1-16,0 0 2 0,-11 7 0 15,11-7-7-15,-1 15 4 0,1-15-5 16,0 17-3-16,1-7-4 0,2 1-1 0,-2 0 0 16,3-1-1-16,-1 1-3 0,3-1-8 15,-1-1 1-15,0 1-33 0,0-3-39 0,3 1-20 16,1-2-22-16,-9-6-36 0,15 5-57 0,-15-5-41 15,18-1-48-15,-18 1-29 0,15-11-22 16,-6 1-353-16,0 0 229 0,-1-5 34 0</inkml:trace>
  <inkml:trace contextRef="#ctx0" brushRef="#br0" timeOffset="-34138.55">16113 3473 642 0,'1'-27'413'16,"-2"2"-62"-16,1 0-54 15,0 2-34-15,0 2-27 0,0 1-22 0,0 2-21 0,0 0-13 16,-1 4-10-16,1-1-17 0,-2 2-16 15,2 3-8-15,0-2-14 0,0 12-15 16,0-16-13-16,0 16-15 0,0-14-6 0,0 14-2 16,0 0 14-16,0 0 16 0,0 0-7 0,0 0-3 15,0 0-5-15,0 14-9 0,2-2 2 16,-1 6 8-16,-1 3-1 0,0 4-19 0,-1 3-3 16,2 4-8-16,-2 4-9 0,-1-1-11 15,1 1-2-15,1 1-5 0,0 1-5 0,0-1-9 16,-1-1 1-16,2-1-4 0,0 0 2 0,-1-8-4 15,4 1-44-15,-4-4-37 16,4-2-37-16,-3-4-29 0,4-1-22 0,-2-3-26 16,1-3-23-16,-4-11-28 0,5 13-32 0,-5-13-40 15,0 0-53-15,0 0-69 0,15-5-310 16,-15 5 245-16,9-16 3 0</inkml:trace>
  <inkml:trace contextRef="#ctx0" brushRef="#br0" timeOffset="-33730.07">16244 3646 725 0,'8'-9'385'0,"-8"9"-78"0,0 0-37 16,0 0-14-16,9-8-18 0,-9 8-21 0,0 0-16 15,0 0-19-15,0 0-2 0,18 3-17 16,-18-3-20-16,0 0-18 0,15 5-22 16,-15-5-18-16,14 3-16 0,-14-3-16 0,13 5-7 15,-13-5-3-15,16 1-10 0,-16-1-6 16,18 2-6-16,-18-2-4 0,17-2-3 0,-17 2-4 15,16-6-9-15,-16 6 4 0,18-11-2 0,-10 2-3 16,0-1 0-16,-1-2 0 0,2-1-1 16,-4-1-1-16,2 0 3 0,-2-2 1 0,0 1 11 15,-1 2 9-15,-2-2 15 16,-2 5-7-16,0-2 1 0,0 2 0 0,0 10-1 16,-4-18-4-16,4 18-4 0,-11-13 17 0,11 13 8 0,-16-3 10 15,16 3 16-15,-20 6-1 0,7-1 7 16,-1 5 2-16,0 3 1 0,0-1 0 15,0 3-6-15,0 1-12 0,4 0-2 0,0 0-7 16,1 2-9-16,3-3-8 0,2 0-2 16,1 1-7-16,3-3-7 0,1 1-2 0,3-3-11 15,1 2-7-15,4-2-24 0,0-2-38 16,3-1-38-16,3-2-56 0,-1-1-47 0,5-2-47 16,-1-1-71-16,5-4-97 0,2-3-154 0,5-1-414 15,-1-5 299-15,0-1-192 16</inkml:trace>
  <inkml:trace contextRef="#ctx0" brushRef="#br0" timeOffset="-31588.8">15062 4402 674 0,'-12'-9'363'16,"12"9"-46"-16,-10-8-40 0,10 8-29 16,-9-8-18-16,9 8-16 0,-6-7-32 0,6 7-17 15,0 0-22-15,-8-10-21 0,8 10-26 0,0 0-18 16,0 0-15-16,0 0-15 0,0 0-3 15,0 0-3-15,-13 7-5 0,12 4-6 16,1 1-10-16,0 1 2 0,0 5-9 16,0 1 5-16,1 5-7 0,1 0-2 0,-1 1-2 15,0 1 0-15,2 1-3 0,-2-1 0 0,3-1-1 16,-2 1-1-16,1-1-2 0,-2-2-19 16,0 0-27-16,2-3-33 0,-2-1-48 0,1-5-44 15,-1 0-65-15,0-3-74 0,-1 0-143 0,0-11-203 16,-1 14 207-16,1-14 77 0</inkml:trace>
  <inkml:trace contextRef="#ctx0" brushRef="#br0" timeOffset="-31342.17">14794 4534 748 0,'0'0'419'15,"-17"-5"-107"-15,17 5-48 0,-14-6-38 0,14 6-22 16,-9-6-42-16,9 6-41 0,-6-6-21 16,6 6-26-16,0 0-7 0,0-13-16 0,0 13-8 15,10-13-8-15,-2 6-4 0,5 0-8 0,-1-1-7 16,6-1-8-16,1 1-26 0,3 0-32 16,1-1-36-16,2 0-33 0,3-2-30 15,0 1-30-15,3-1-44 0,-4 1-24 0,1-1-326 16,-2 4 172-16,-3-1 143 0</inkml:trace>
  <inkml:trace contextRef="#ctx0" brushRef="#br0" timeOffset="-31028.69">15256 4384 824 0,'0'0'380'0,"0"0"-73"0,0 0-32 16,0 0-48-16,0 0-24 0,0 0-36 0,7 7-28 15,-7-7-18-15,0 0-16 0,1 11-17 0,-1-11-7 16,-1 15-14-16,0-4-10 0,1 2-7 16,-1 2-6-16,-2 1-4 0,3 2-8 0,0 1-5 15,-1 0-3-15,1 1-4 0,0 2-6 0,0 2-1 16,0 1-1-16,0-1-8 0,1-1 4 15,2-3-4-15,-2 0-3 0,0-2-2 0,0 0-22 16,2-1-34-16,-3-4-32 0,1-1-48 16,-1-2-31-16,0-10-81 0,3 15-115 0,-3-15-349 15,0 0 231-15,0 0 32 0</inkml:trace>
  <inkml:trace contextRef="#ctx0" brushRef="#br0" timeOffset="-30694.65">15234 4476 1002 0,'0'-11'400'0,"1"0"-91"0,0 0-60 0,3-2-49 16,0-1-29-16,3 0-40 0,-1 0-25 16,3 2-23-16,0-1-13 0,0 2-13 0,2 0-20 15,-2 2-5-15,1 0-10 0,3 3-2 16,-13 6-6-16,18-7-4 0,-18 7 3 15,19-1-2-15,-19 1-3 0,15 4-7 0,-6 2 6 16,-1 1-2-16,-3 2-7 0,0 0 6 16,-1 2-4-16,-1 1 6 0,0 3-1 0,-1-1-4 15,-2 0 12-15,-2-1 3 0,1 3 0 0,-4-2-6 16,1 1 0-16,-1-1 0 0,0-1-1 16,-3-1-3-16,1 0 0 0,-2-3-1 0,0 1 0 15,0-4-3-15,9-6-16 0,-21 9-28 0,21-9-21 16,-19 3-38-16,19-3-53 0,-16-3-78 15,16 3-105-15,-16-11-339 0,13 4 216 0,0-2 60 16</inkml:trace>
  <inkml:trace contextRef="#ctx0" brushRef="#br0" timeOffset="-30328.19">15544 4609 731 0,'0'0'384'0,"-8"7"-47"15,8-7-38-15,0 0-28 0,-5 10-19 0,5-10-34 16,0 0-29-16,0 0-29 0,-5 8-21 16,5-8-28-16,0 0-19 0,0 0-18 0,0 0-7 15,0 0-13-15,0 0-6 0,0 0-14 0,0 0-8 16,18 1-7-16,-18-1-2 0,14-3-8 16,-14 3-25-16,18-4-21 0,-18 4-27 0,18-6-33 15,-18 6-36-15,20-9-39 0,-10 5-40 16,4-2-49-16,-1 0-67 0,1-3-373 15,0 1 227-15,3-2 39 0</inkml:trace>
  <inkml:trace contextRef="#ctx0" brushRef="#br0" timeOffset="-29969.64">15965 4248 683 0,'1'-8'316'0,"-1"8"-39"0,5-15-50 0,-5 15-15 16,1-14-24-16,-1 14-7 0,3-12-9 15,-3 12-22-15,0 0-24 0,1-13-14 0,-1 13-19 16,0 0-25-16,0 0-4 0,0 0-6 16,0 0-2-16,0 0-12 0,-14 6-3 0,9 3-7 15,0 0-6-15,-3 4-6 0,1-1 0 0,-1 4-10 16,-1 0 1-16,1 3-3 0,-2-2-5 15,3 0 3-15,-1-1-1 0,2 1-4 0,-2-3 2 16,3-1-2-16,0-1-2 0,1-1 1 16,0-1 0-16,0-2-3 0,4-8 1 0,-2 14 0 15,2-14-7-15,1 10 0 0,-1-10-12 16,0 0-27-16,10 7-22 0,-10-7-31 16,0 0-41-16,22-5-26 0,-22 5-31 0,19-6-41 15,-19 6-36-15,20-9-44 0,-8 4-203 0,-2-1 159 16,-10 6 181-16</inkml:trace>
  <inkml:trace contextRef="#ctx0" brushRef="#br0" timeOffset="-29669.97">16027 4344 351 0,'0'0'145'0,"4"-12"-1"0,-4 12 10 0,0-11 14 16,0 11 11-16,1-10 16 0,-1 10-4 15,-1-8-12-15,1 8 9 0,0 0 0 0,-4-14-10 16,4 14-4-16,0 0-8 0,-1-10-19 15,1 10-12-15,0 0-18 0,0 0-17 0,-4-9-8 16,4 9-4-16,0 0 6 0,0 0-2 0,0 0-3 16,-5 9-9-16,5-9-10 0,-2 13-5 15,2-13-9-15,-3 19-3 0,3-7-2 0,-1 1-4 16,1 0-11-16,-2 5 14 0,2 1 5 16,2 2-8-16,-1 0-10 0,-1 2-8 0,1 1-1 15,2-2-4-15,-1 0-11 0,1-5-8 0,0 1 8 16,-1 0-14-16,3-4-20 0,-1-2-34 15,-1 1-44-15,-1-2-46 0,1-3-48 16,-3-8-69-16,5 12-67 0,-5-12-128 0,0 0-410 16,0 0 278-16,0 0-105 0</inkml:trace>
  <inkml:trace contextRef="#ctx0" brushRef="#br0" timeOffset="-29277.88">16156 4334 1232 0,'3'-11'406'0,"-3"11"-81"16,0 0-64-16,2-12-57 0,-2 12-47 0,0 0-28 15,0 0-15-15,0 0-11 0,0 0-11 0,0 0-14 16,0 0-12-16,0 0-16 16,-1 12-7-16,1-12-6 0,-1 19-6 0,1-7-7 15,-2 0-5-15,2 1-1 0,2 1-1 0,0 2-6 16,0-1-5-16,0 0 4 0,1-1-2 15,1 0-4-15,-1-2 2 0,3-1-2 0,-2-1 1 16,0-1 3-16,-4-9-1 0,13 11 1 0,-13-11-7 16,9 3 3-16,-9-3-2 0,14-3-2 15,-14 3-2-15,14-13 0 0,-4 4-1 0,-2-4-2 16,-2-2 2-16,1-1-1 0,-2-3 2 16,1-2-4-16,-1-1 4 0,-2-3-2 15,-3 6 2-15,0-1 1 0,-3 1 0 0,2 1 0 16,-4 0-1-16,-3 4-5 0,2 1-3 15,-3 2-12-15,1 2-9 0,-3 1-16 0,11 8-15 16,-21-7-22-16,21 7-18 0,-19 0-27 0,19 0-36 16,-16 6-44-16,16-6-46 0,-12 11-114 15,12-11-246-15,-9 8 189 0,9-8 110 0</inkml:trace>
  <inkml:trace contextRef="#ctx0" brushRef="#br0" timeOffset="-28409.27">16530 4142 656 0,'0'0'349'0,"0"0"-67"16,0 0-53-16,0 0-26 0,0 0-31 0,-23 1-19 16,23-1-23-16,-9 6-9 0,9-6-28 15,-13 8-6-15,13-8-3 0,-10 11-17 0,10-11-8 16,-6 14-7-16,2-6-13 0,4-8-6 16,-3 19-8-16,3-19-2 0,0 19-2 0,2-9 0 15,0 0-5-15,3 1-3 0,-1 1-3 0,4 1-5 16,-2-2 3-16,4 1-3 0,-2 1 2 15,1-1 2-15,1 1-2 0,-1-1-1 16,0 2 1-16,1-3-4 0,-1 2 0 0,-2-1 0 0,0-1-4 16,-2 1-1-16,3 0 5 15,-6-1 0-15,1 0-2 0,-2 1-2 0,-1-2 2 16,-2 2-1-16,-1-1-3 0,-1-1 4 16,-2-1 1-16,0 2-2 0,-1-2 4 0,-3 0-1 15,0-2-2-15,1-1 14 0,9-6 17 0,-18 10 14 16,18-10 9-16,-14 5-4 0,14-5-10 15,0 0-9-15,-14-3-8 0,14 3-7 16,-5-10-7-16,5 10 1 0,3-19-3 0,1 7-9 0,3-3-6 16,-1-4-6-16,2 0-7 0,3-6-2 15,0-2 6-15,0 0 6 0,0 0 1 0,1-1-7 16,-3 0-1-16,1 2-3 0,-2 4 6 16,-2 1 2-16,-2 3 0 0,0 2 0 15,-3 2-5-15,2 0-3 0,-7 3 0 0,1 1 5 16,0 2-7-16,3 8 11 0,-12-12-24 15,12 12-7-15,-19-8 0 0,19 8 9 0,-17 0-8 16,17 0-29-16,-19 3-17 0,19-3-53 0,-18 6-66 16,18-6-99-16,-15 9-341 0,15-9 203 15,-10 7 85-15</inkml:trace>
  <inkml:trace contextRef="#ctx0" brushRef="#br0" timeOffset="-27978.05">16869 4127 882 0,'7'-7'480'0,"-7"7"-118"0,0 0-71 16,2-10-58-16,-2 10-51 0,0 0-44 0,0 0-23 16,0 0-26-16,0 0-12 0,-15 1-2 15,15-1-9-15,-13 12-5 0,8-3-5 0,0 4-7 16,0-1-10-16,0 4-7 0,1 1-3 15,1 0-3-15,2 2-6 0,1 0-3 0,0 2-4 16,4 1-2-16,0 0-3 0,2 0-3 16,-1-1 2-16,3-1 1 0,1-2-4 15,1 0-6-15,0-4-19 0,1-2-13 0,1-1-5 16,0-4 6-16,0-1-4 0,-12-6-5 0,22 5-9 16,-22-5-2-16,23-4 15 0,-23 4 15 15,20-12 9-15,-11 3 1 0,0-2 16 0,0-1 14 16,0-1 14-16,-4 0 10 0,0-1 19 0,-1-1 17 15,0 5 12-15,-3-2-5 0,3 3-15 16,-4 9-12-16,-1-16-13 0,1 16-9 0,-4-7-8 16,4 7-5-16,0 0-2 0,0 0-4 15,-22 7-3-15,12 2-2 0,1 2-2 16,-2 3-6-16,-2 1-23 0,1 2-28 0,2 1-38 16,0 0-46-16,1 1-59 0,0-2-113 15,0-3-198-15,4 1-266 0,0-3 251 0,1-2-17 16</inkml:trace>
  <inkml:trace contextRef="#ctx0" brushRef="#br0" timeOffset="-16582.9">1033 5982 1011 0,'0'0'380'0,"1"10"-80"0,-1-10-29 16,0 0-46-16,0 0-42 0,-1 11-32 15,1-11-23-15,0 0-16 0,0 0-14 0,0 0-6 16,0 0-7-16,0 0-3 0,0 0-11 0,0 0-18 16,0 0-9-16,0 0-10 0,0 0-5 15,0 0-8-15,-7-11-2 0,7 11-4 0,2-15-7 16,-2 4-1-16,0-2 2 0,0-2-9 16,1 0 5-16,-1-4-1 0,4-1-4 15,-3-3 1-15,0-3-4 0,2 0 5 0,-2 1-4 16,3 0-1-16,-3-2-1 0,3 4 4 0,-1 0-6 15,-2 4 1-15,3 0 4 0,-3 5-1 16,2-1 0-16,-2 2-3 0,0 2 3 0,3 1 0 16,-4 10-5-16,2-13 6 0,-2 13-1 0,0 0-6 15,0 0 7-15,0 0 2 0,13 9-6 16,-9 2 10-16,3 3-3 0,0 3 3 0,1 4-1 16,2 4-5-16,0 1 4 0,2 1-7 15,-2 0 0-15,2 2-15 0,0-1 0 16,0-3-8-16,-1-3-11 0,-2-3 7 0,0-3 7 15,1-3 6-15,-2-1 3 0,1-2 6 16,-2-3-1-16,-7-7-1 0,16 5-7 0,-16-5-2 16,15-5-7-16,-9-3-3 0,2-4-5 0,0-1 3 15,2-5 4-15,-4-2 12 0,3 0 3 16,-2-3-3-16,-1-1 7 0,0 2 4 0,2 0 4 16,-2 3 5-16,-1 1-6 0,2 5 6 0,-4 0-7 15,1 2 6-15,-1 1-8 0,-3 10 26 16,8-12 7-16,-8 12 13 0,0 0-4 0,0 0-4 15,16 7 3-15,-12 1-6 0,1 3 6 0,0 0-1 16,-1 4 3-16,1 1 7 0,1 2-3 16,0 1-3-16,-3 2-5 0,3 2-8 15,-4-1-4-15,2 2-7 0,0-1 1 0,-2-1-3 16,2 2-4-16,-3-4 3 0,2-1-9 16,-3-1 0-16,1 0-8 0,2 0-30 0,-3-6-32 15,0 1-35-15,0-3-43 0,0-10-35 0,1 20-75 16,-1-20-105-16,0 0-397 0,0 12 247 15,0-12-7-15</inkml:trace>
  <inkml:trace contextRef="#ctx0" brushRef="#br0" timeOffset="-16196.91">1618 5927 879 0,'0'0'335'16,"0"0"-41"-16,0 0-33 0,0 0-22 0,-19 0-32 16,19 0-31-16,0 0-24 0,0 0-14 15,-20 0-15-15,20 0-19 0,0 0-5 0,-17 3-17 16,17-3-5-16,0 0-18 0,0 0-2 16,-18 1-11-16,18-1-6 0,0 0-4 0,0 0-2 15,0 0-4-15,0 0 11 0,0 0 4 0,0 0 4 16,0 0 7-16,19 0 1 15,-3-3 8-15,3-1 0 0,5-1-3 0,8-1-2 16,1 0-11-16,3 0-8 0,7-1 10 0,3 1-17 16,-1 0-1-16,-1 0-6 0,-4 2-13 15,-3-1-7-15,0 2-18 0,0 0-15 0,-8 1-23 16,-3-1-29-16,1 0-25 0,-7 3-18 0,0-2-12 16,-3 1-1-16,-17 1 7 0,27-2-3 15,-27 2-8-15,18-1-23 0,-18 1-24 16,0 0-26-16,14-3-24 0,-14 3-29 0,0 0-36 15,0 0-268-15,-8-8 171 0,8 8 145 0</inkml:trace>
  <inkml:trace contextRef="#ctx0" brushRef="#br0" timeOffset="-15905.78">2116 5807 651 0,'0'0'370'0,"-9"-9"-46"0,9 9-62 0,0 0-16 15,0 0-30-15,-5-8-27 0,5 8-28 16,0 0-31-16,0 0-23 0,0 0-19 0,-4-8-17 16,4 8-8-16,0 0-3 0,0 0-11 0,0 0-5 15,18-3-8-15,-18 3-10 0,15 5-4 16,-15-5-2-16,19 6-2 0,-19-6-7 16,23 11 0-16,-11-3 0 0,-2 0-2 0,2 1-2 15,0 1 2-15,-3 1-3 0,1 3 6 16,-1-3-7-16,-1 3 2 0,-2 0 0 0,0-1-2 15,0 2-5-15,-4-4-4 0,-1 3-21 0,1-3-19 16,-2 3-39-16,-2-2-31 0,1-2-53 16,-3 0-97-16,-1-3-150 0,5-7-263 0,-10 14 217 15,10-14 60-15</inkml:trace>
  <inkml:trace contextRef="#ctx0" brushRef="#br0" timeOffset="-15421.31">2630 5645 1180 0,'-5'-10'418'16,"5"10"-58"-16,-4-10-45 0,4 10-53 0,-4-8-25 15,4 8-42-15,0 0-37 0,-4-10-37 0,4 10-15 16,0 0-18-16,0 0-10 0,0 10-8 16,0-10-6-16,3 21-13 0,-1-4-13 0,1 5 0 15,1 1-7-15,1 7-8 0,-4 5-3 16,-1 3-6-16,0 1-3 0,0 7 0 16,0 0-6-16,-1 0 0 0,0-2 0 0,-2 0 1 15,2-6-3-15,-2-2 0 0,2-1 2 0,0-5-15 16,-2-2-2-16,0-3-28 0,1-3-27 15,1-4-33-15,-2-1-32 0,2-2-53 0,1-5-65 16,0-10-97-16,-3 14-147 0,3-14-232 16,0 0 236-16,0 0 23 0</inkml:trace>
  <inkml:trace contextRef="#ctx0" brushRef="#br0" timeOffset="-14954.15">2614 5727 1005 0,'0'0'317'0,"-2"-12"-76"15,2 12-41-15,1-13-38 0,-1 13-44 0,5-16-7 16,-1 8-28-16,3 0-22 0,0-1-8 16,1 3-10-16,1-2-10 0,0 2-14 0,2 0 6 15,-2 1-8-15,-9 5-15 0,23-7 11 0,-23 7-6 16,23 2-4-16,-23-2 4 0,22 10-8 15,-11-3 10-15,-2 5-3 0,1 0-1 16,0 4-1-16,-2 2-8 0,-1 3 11 0,-4 0-3 16,1 2 0-16,-1 2-11 0,-4 0-2 15,-2 1 2-15,-1-1-4 0,-2 1 9 0,-2 1 2 16,-3-4-5-16,0-2 19 0,1-3 0 0,-4 0 12 16,3-2 17-16,-5 0 13 0,4-5 11 15,-5 1 12-15,7-3 15 0,-3-2 15 0,3-1-1 16,1-1-20-16,9-5-13 0,-14 5-15 15,14-5-8-15,0 0-12 0,0 0-12 0,-18-2-6 16,18 2-10-16,0 0 3 0,5-9-6 0,-5 9-2 16,17-8-1-16,-17 8-7 0,19-6 3 15,-19 6-2-15,29-2 3 0,-29 2-3 0,36 0 1 16,-17 2 4-16,3 2-2 0,-2 1 0 16,3 3-5-16,0-2-23 0,-1 4-20 15,-3-1-24-15,0 4-28 0,-1-1-44 0,-3 1-32 16,1-1-64-16,-5-1-97 0,-2 0-437 0,0 0 251 15,-3 1-18-15</inkml:trace>
  <inkml:trace contextRef="#ctx0" brushRef="#br0" timeOffset="-13909.07">1011 6863 668 0,'-4'-10'321'0,"4"10"-30"15,-2-10-38-15,2 10-22 0,-3-9-22 0,3 9-11 16,-5-9-25-16,5 9-42 0,0 0-19 15,-1-10-21-15,1 10-26 0,0 0-11 0,0 0-13 16,0 0-2-16,0 0 3 0,0 0-1 16,1 17-13-16,2-5-1 0,-1 5-6 15,1 6-13-15,-1 2-1 0,1 5 3 0,1 3-2 16,-3 4-6-16,0 3 5 0,-1-1 6 0,3 4 10 16,-3-5-4-16,0-2-2 0,0-2-1 15,0-5 0-15,1 0-5 0,-1-2 3 0,0-4-2 16,0-4-2-16,0 0-1 0,0-1-6 0,0-4 0 15,0 0-3-15,1-1 4 0,-2-3-1 16,2 0-2-16,-1-10-1 0,0 18-1 0,0-18 3 16,2 15 2-16,-2-15-4 0,1 11 1 0,-1-11 3 15,4 11-1-15,-4-11-2 16,7 9-1-16,-7-9-1 0,10 5 1 0,-10-5 0 16,16 5 4-16,-16-5 0 0,23 0-6 0,-23 0-1 15,29-2 0-15,-12 2-5 0,1-1-1 16,2-1-2-16,0 1-4 0,2 0-14 0,0 1-18 15,1-1-33-15,-1 1-38 0,-1 1-17 0,2-1-23 16,-1 1-5-16,-3 0 3 0,1 1-27 16,1-1-40-16,-3-1-105 0,-18 0-165 0,29 2 153 15,-29-2 200-15</inkml:trace>
  <inkml:trace contextRef="#ctx0" brushRef="#br0" timeOffset="-13502.22">1551 7268 893 0,'0'0'378'16,"0"0"-67"-16,0 0-52 0,-13-5-46 16,13 5-24-16,0 0-26 0,0 0-22 0,0 0-21 15,0 0-18-15,0 0-24 0,0 0-6 0,0 0-18 16,0 0-4-16,0 0-9 0,5-9-6 16,-5 9-3-16,24-4 1 0,-7 3-4 0,5-4-3 15,3 2-6-15,3-2-1 0,5 1-5 0,3-1-1 16,8-2-3-16,-5 3-1 0,4-3 9 15,-4 1 3-15,5 0-7 0,-8 1-5 0,0-1-6 16,-2 1-18-16,-6 2-25 0,-1-1-21 16,-2 0-28-16,-3 1-29 0,-4 0-13 0,-2 2-14 15,-16 1-14-15,26-4-24 0,-26 4-36 16,18-2-41-16,-18 2-64 0,0 0-185 16,0 0 156-16,0 0 191 0</inkml:trace>
  <inkml:trace contextRef="#ctx0" brushRef="#br0" timeOffset="-13181.09">2075 7053 728 0,'0'0'436'16,"-4"-11"-97"-16,4 11-71 0,0 0-43 0,0 0-34 16,0-12-31-16,0 12-22 0,0 0-12 15,9-8-20-15,-9 8-11 0,0 0-9 16,10-6-19-16,-10 6-4 0,0 0 9 0,22-2 5 15,-22 2-2-15,19 4-7 0,-19-4-5 16,23 7-10-16,-9-1-11 0,0 1-2 0,-1-1-14 16,1 2-6-16,-1 1 0 0,-1 1-7 15,0 0 1-15,-2 0-11 0,3 2 3 0,-4 0 1 16,-2 1-4-16,0 1 3 0,-1-2-8 0,-1 3 3 16,-1-2 1-16,-3-1-5 0,1 1-5 15,-2 0-22-15,-2-1-9 0,0 3-15 0,-2-4-13 16,0 2-18-16,-3-2-16 0,-1 1-26 0,0 0-30 15,-1-1-32-15,-2 0-62 16,-1-3-88-16,1 0-354 0,-2 1 223 0,1-3 47 16</inkml:trace>
  <inkml:trace contextRef="#ctx0" brushRef="#br0" timeOffset="-12520.06">2586 7029 490 0,'-5'-10'321'0,"5"10"-73"0,-2-9-59 16,2 9-48-16,0 0-33 0,-4-10-33 0,4 10-34 15,0 0-27-15,0 0-21 0,-5-11-17 0,5 11-7 16,0 0-6-16,0 0-2 0,0 0 7 16,0 0 10-16,0 0 5 0,0 0 1 0,0 0 9 15,0 0 11-15,4-9 13 0,-4 9 11 16,0 0 14-16,0 0 20 0,0 0 18 0,0 0 14 15,0 0 11-15,0 0 13 0,0 0 12 16,0 0 7-16,0 0 2 0,0 0-6 16,0 0-9-16,0 0-10 0,0 0-13 0,0 0-13 15,0 0-21-15,0 0 7 0,0 0 4 0,11 6 0 16,-11-6-5-16,3 14-7 0,-2-4-11 16,0 2-14-16,2 4-8 0,-2-1-3 0,2 3-12 15,1 3-3-15,-1 2 0 0,0 2-9 0,1 1 3 16,-3 0-5-16,0 7 1 0,2-2-2 15,-2 3-5-15,-2 0-16 0,-2-1-17 0,1 1-14 16,-1 0-16-16,-1-2-24 0,3-6-14 16,-4 1-21-16,4-5-7 0,-2-2-25 0,2-5-54 15,0-2-75-15,-1-2-451 0,2-11 241 16,-1 15 13-16</inkml:trace>
  <inkml:trace contextRef="#ctx0" brushRef="#br0" timeOffset="-11788.5">2586 7138 609 0,'-5'-10'367'0,"5"10"-72"0,-1-11-72 16,1 11-45-16,1-13-34 0,-1 13-41 0,8-16-14 15,-3 9-12-15,2-2-23 0,3 0-1 16,-1 0-18-16,0 2-7 0,3 0-4 0,1 1-7 16,1 0-3-16,1 2-6 0,2-1 3 0,0 4-5 15,-17 1 3-15,34 1-7 0,-16 4-6 16,-4 0 6-16,5 4 3 0,-4 0-8 0,1 4 8 15,-5 1 3-15,0 2 0 0,-3 1 15 16,-1-2-1-16,-5 1-1 0,1 0-14 0,-4 4 8 16,-1-2 5-16,-3 1 0 0,0 1 8 0,-4-2-8 15,0 1 10-15,-1-2 22 0,1-2 9 16,-2 0 3-16,-1-3 1 0,3-1 0 16,-1-2 3-16,2 0-9 0,3-4-10 0,5-5-10 15,-13 10-9-15,13-10-14 0,0 0-5 16,0 0-3-16,0 0-5 0,0 0 1 0,0 0-2 15,0 0-2-15,0 0-10 0,7-12 3 0,-7 12-2 16,15-10 3-16,-15 10-1 0,20-8 2 16,-20 8-1-16,23-5 2 0,-23 5 5 0,23-2-1 15,-23 2 1-15,25 2 1 0,-25-2 1 16,21 7 0-16,-8-1 9 0,-3 2 7 0,-1 2 5 16,-1 1-1-16,-2 1 2 0,-1 1 0 0,-2 0-4 15,-2-1 9-15,-1 2-6 16,-3 0 2-16,-1 0-7 0,-3 1 1 0,-1-1-5 15,1-2-5-15,-7 2-5 0,1-3-14 0,-2 2-40 16,-2-5-50-16,-3 1-61 0,-2-1-74 16,2-4-91-16,-2-2-481 0,-2 0 263 0,1-2-54 15</inkml:trace>
  <inkml:trace contextRef="#ctx0" brushRef="#br0" timeOffset="-2833.65">4357 4545 754 0,'-2'-11'428'0,"2"11"-67"0,-3-8-42 16,3 8-29-16,0 0-39 0,-5-9-46 0,5 9-34 15,0 0-36-15,0 0-21 0,0 0-20 16,0 0-12-16,0 0-11 0,0 0-7 0,-3 17-12 16,7-3-11-16,0 4-10 0,1 4-5 15,5 6-7-15,-2 3-1 0,3 7-7 0,3 3-7 16,-1 2 2-16,0 1-18 0,0 0-21 0,-3 2 0 16,4-1-3-16,-8-1-5 0,2-1 6 15,1-2 4-15,-4-7 9 0,0-3 5 16,-2-5 3-16,-1-2-1 0,-1-5 7 0,2 0 1 15,-3-2 0-15,0-3 2 0,0-1 2 16,-1-2-16-16,-2-1-2 0,-1-3-6 0,4-7 2 16,-7 10 3-16,7-10-3 0,0 0 8 0,-18-2-5 15,18 2 5-15,-13-17 7 0,5 4-1 16,1-5 6-16,-1-2-7 0,0-3 6 0,1-4 2 16,-1-3-5-16,2-3 10 0,-1-1-4 0,5-1 3 15,-1 2-1-15,1-2-2 0,0 1 5 16,2 1-1-16,3 0-5 0,-2 3 2 0,2 5 2 15,2-5 1-15,0 2-4 0,4 1-1 16,0 5 0-16,1 2 2 0,3-3 2 16,0 7 1-16,-1 0-3 0,4 3 1 0,-2 2 1 15,1 3 0-15,-2 2 0 0,-13 6 1 16,24-5-3-16,-24 5 1 0,23 6-1 0,-13 1-1 16,-1 3 3-16,1 1-8 0,-2 3 2 0,-3 4-2 15,-1 1 0-15,0 2-3 0,-3 0 4 16,-2 1 5-16,-2 3-6 0,-2 1 8 0,1-1 0 15,-5 2-3-15,-1-1 6 0,-1 1 0 0,-1-3-2 16,-1-4 15-16,-1 1 8 16,2-5 13-16,-1 0 6 0,-1-3 16 0,2-3 13 0,2 1 7 15,0-5-8-15,10-6-1 0,-17 8-13 0,17-8-10 16,-14 3-9-16,14-3-10 16,0 0-4-16,-14-7-5 0,14 7-1 0,-2-10-5 15,2 10-6-15,3-15 1 0,3 6-7 0,0 1 2 16,3 2 4-16,1-2-13 0,0 2 8 15,3 1-4-15,-13 5 6 0,23-5-2 0,-23 5-10 16,27 3 11-16,-12 1-4 0,-1 2-3 16,4 5 1-16,-1 3 2 0,-2 1 3 0,2 4-6 15,-2 2 5-15,-1 2-1 0,1 2 0 0,-3 0 2 16,0 0-7-16,-3 0 7 0,3 1-17 16,-2 0-23-16,-2-4-21 0,-2 0-24 15,-1-3-40-15,4-1-32 0,-4-4-44 0,-1-1-71 0,0-2-65 16,-4-11-409-16,5 13 243 15,-5-13 7-15</inkml:trace>
  <inkml:trace contextRef="#ctx0" brushRef="#br0" timeOffset="-2139.15">4953 4718 554 0,'-7'-9'246'15,"7"9"-43"-15,-7-10-8 0,7 10-26 0,-8-6-21 16,8 6-23-16,-8-5-19 0,8 5-14 0,0 0-19 16,-10-4-10-16,10 4-7 0,0 0 4 15,-14 4 11-15,14-4-14 0,-9 11 11 16,9-11-5-16,-8 17-18 0,3-5 12 16,3 1 3-16,-2 3-10 0,1 0 4 0,1 3-7 15,2 0 7-15,0 4-5 0,0 0-5 0,2 1-1 16,1 0-2-16,1 0-4 0,0-1-9 15,2-2-6-15,3 1 0 0,-1-3-4 0,-2 1-4 16,4-3-5-16,-1-1 1 0,0-4-5 0,2 1-1 16,0-2 4-16,-2-3-6 0,2 0-2 15,-2-1-11-15,-9-7-8 0,20 5-9 0,-20-5-8 16,0 0 3-16,22 0-5 0,-22 0 10 0,14-8 0 16,-14 8 5-16,9-10 9 0,-9 10 0 15,4-15 11-15,-3 5 16 0,-1 10 12 0,0-18 4 16,0 18 2-16,-1-19-1 0,0 10 4 15,-2-1 2-15,2 1-4 0,1 9 0 16,-4-19-6-16,1 10-1 0,3 9-5 0,-1-14-7 16,1 14 1-16,0-16-4 0,0 16-3 15,3-14-2-15,-3 14 2 0,6-12-4 0,-6 12-2 16,10-11 0-16,-10 11 1 0,13-5-1 0,-13 5-4 16,0 0 3-16,23 3-2 0,-23-3 3 15,14 10 1-15,-6-3-4 0,-2 4 0 0,3 1 5 16,-3 1-1-16,0 3-3 0,0 3 3 0,-1 1 2 15,0 0-4-15,0 1-2 0,-1-1 2 16,0 2-7-16,0-4-13 0,0 0-22 16,-2-1-26-16,2-2-45 0,-2-3-28 0,1 0-57 15,-2-3-57-15,-1-9-108 0,4 14-262 16,-4-14 194-16,0 0 99 0</inkml:trace>
  <inkml:trace contextRef="#ctx0" brushRef="#br0" timeOffset="-1850.84">5349 4803 972 0,'0'0'401'0,"-1"-18"-62"16,1 18-39-16,-4-12-33 0,4 12-47 0,-5-10-42 16,5 10-33-16,0 0-27 0,-4-10-25 15,4 10-10-15,0 0-13 0,0 0-9 0,-3 12-8 16,3-12-13-16,-2 19-3 0,4-5-11 0,-1 1-3 15,0 4-2-15,0 0-8 0,2 4 1 16,-2 1-7-16,4 1 2 0,-2-1-1 0,-2 0-3 16,3-2 0-16,-3-1-4 0,2-1 5 0,-1-1-6 15,1-2 0-15,-2-1 2 0,2-1-11 16,-2-3-21-16,2 1-21 0,-1-4-29 0,-2-9-30 16,0 14-57-16,0-14-65 0,0 0-93 15,1 11-471-15,-1-11 259 0,0 0-42 16</inkml:trace>
  <inkml:trace contextRef="#ctx0" brushRef="#br0" timeOffset="-1364.72">5329 4842 780 0,'-1'-11'322'16,"1"11"-50"-16,-2-20-49 0,2 7-40 0,2 1-34 15,-1 1-32-15,0-3-12 0,3 1-22 16,0-1-13-16,2-3-13 0,2 3-23 15,0 0 3-15,2-1-8 0,0 2-13 0,0 3 2 16,0 0-4-16,2 1-4 0,-2 4-8 16,-10 5 4-16,19-6-1 0,-19 6-8 0,18 1 7 15,-18-1-2-15,15 10 3 0,-7-1-10 16,-3 2 8-16,2 2 2 0,-1 2-13 0,-4 2 4 16,1 2 7-16,-3 1 2 0,0 0 3 0,0 2-8 15,-3 0 10-15,1 0-2 0,-3-2 10 16,0-3 17-16,0 0 10 0,1-4 15 0,-3 2-5 15,2-3 5-15,0-2 5 0,0-2 0 0,5-8-10 16,-6 12-10-16,6-12-9 0,0 0-6 16,0 0-7-16,0 0-6 0,0 0-1 15,0 0-6-15,0 0-6 0,5-14 1 0,-5 14-5 16,14-11-3-16,-7 3 3 0,5 1-2 16,1 3-1-16,-2-1-1 0,3 0 3 0,-14 5 1 15,26-3-2-15,-26 3 1 0,24 3 2 16,-24-3-2-16,24 10 3 0,-15-1 9 0,1 1 5 15,-2 0 3-15,-3 4 8 0,-1 0-3 0,-1 0 10 16,-2 1 2-16,-4 0-4 0,1 2-2 16,-2 1-2-16,-4 0-1 0,-1-1-6 0,-1 2-6 15,0-4 4-15,-3 1-6 0,0-3-5 0,-2 2-39 16,1-5-54-16,-4 2-67 16,1-4-75-16,-3-3-121 0,1 1-507 0,-3-3 274 15,2-3-94-15</inkml:trace>
  <inkml:trace contextRef="#ctx0" brushRef="#br0" timeOffset="-624.2">4874 4267 471 0,'-40'14'229'0,"3"1"-38"0,-5 2-15 0,5 2-8 0,0 3-22 15,0 1 0-15,1 3-12 0,3 0-19 0,0 2-7 16,2 3-16-16,6 1-10 0,-1 2 8 16,5 4-14-16,0 0-7 0,5 2-8 0,0 1-8 15,5 2-10-15,2 3 10 0,0 1 1 0,4 2-6 16,5 0-2-16,0 2-14 0,4 1 2 15,3 0 5-15,6 7 1 0,1-2 2 0,4-2-4 16,4 0 3-16,2-2 6 0,0-3 12 0,4-2 7 16,5-3-3-16,4-3-5 0,5-2-10 15,3-3-7-15,5-4-9 0,2-3-4 0,5-4-12 16,5-3 2-16,1-4 0 0,4-3-5 16,3-7-2-16,3-3-5 0,3-3 12 15,1-6 5-15,3-4-4 0,-1-3 6 0,-1-4 1 16,1-5-3-16,-2-3-6 0,-2-3 10 15,-2-3-3-15,-4-5-13 0,-3-1 3 0,-4-4-7 16,-3-4-4-16,-4-4-1 0,-4-1-2 0,-6-3 0 16,-6-2-2-16,-2 0 4 0,-8-3-4 15,-4-2 3-15,-6-2-2 0,-6 0-1 0,-6 8 0 16,-6-3 1-16,-6 2-6 0,-7-7 5 0,-6 5-1 16,-9 1 1-16,-4 4 3 0,-7 2-3 15,-5 4 6-15,-6 4-1 0,-2 3 3 0,-5 3-5 16,-1 3-1-16,-3 4 4 0,-3 2-2 15,2 4-5-15,-3 2-2 0,2 4-3 0,-2 1-5 16,7 6-12-16,-2 3-8 0,0 2-13 16,1 5-8-16,-1 3-14 0,-10 4-16 15,0 5-18-15,0 4-36 0,-1 4-21 0,0 5-47 16,0 6-69-16,-2 0-109 0,-12 12-271 0,15-5 207 16,0 0 77-16</inkml:trace>
  <inkml:trace contextRef="#ctx0" brushRef="#br0" timeOffset="5966.05">1117 9104 597 0,'-5'9'276'0,"5"-9"-40"16,-8 9-40-16,8-9-21 0,-5 7-8 0,5-7-28 16,0 0-8-16,-7 9-20 0,7-9-16 0,0 0-9 15,-7 8-32-15,7-8 8 16,0 0-14-16,0 0-13 0,-6 8-3 0,6-8-8 16,0 0-9-16,0 0 13 0,0 0-1 0,0 0 10 15,-7 9 1-15,7-9 10 0,0 0 3 16,0 0 2-16,0 0 5 0,0 0 3 0,0 0 0 15,0 0 3-15,0 0 5 0,0 0-3 16,0 0-9-16,0 0-12 0,0 0-8 0,0 0-8 16,-11-4-9-16,11 4 2 0,-4-12-2 0,4 12-7 15,-5-17 1-15,4 6-2 0,-2-2-1 16,0-2 1-16,1-2-6 0,1-2 4 16,-2-3 3-16,3-2 10 0,-1 0 1 0,1-1 4 15,0 0-1-15,1 2 4 0,0-2-9 16,2 0-5-16,-1 1-5 0,1 3 0 0,1 3-2 15,-2 1-6-15,1 2 3 0,1-1-5 0,-3 7 0 16,4-2-2-16,-2 2 0 0,-3 9-3 16,9-12 2-16,-9 12 4 0,0 0-3 0,19 3 0 15,-12 4 2-15,4 2 0 0,1 6-1 0,2 2 2 16,3 3-2-16,1 3 1 0,2 4 3 16,2 0-2-16,-2 3-1 0,2-5 1 0,0 3 0 15,-6-6 15-15,2 0-1 0,-1-1-4 0,-2-5-2 16,-2 0-2-16,-1-1-5 0,-1-5 3 15,-2-1 1-15,1 1 0 0,-5-3 1 0,-5-7 8 16,14 10 2-16,-14-10 0 0,0 0-8 16,0 0-1-16,17-7-4 0,-15-2-1 15,1-3-2-15,-2-1-5 0,-1-4 0 0,0-4 0 16,-3-4 0-16,1-1-3 0,-2-5 1 16,0-1-2-16,-1 0-2 0,0 1 1 0,0 2-2 15,0 6 0-15,0 0 2 0,1 2-6 0,-1 5-10 16,1 0-22-16,0 2-26 0,3 3-21 15,-2 2-14-15,3 9-10 0,-1-12 0 0,1 12-10 16,0 0-26-16,0 0-15 0,0 0-33 0,10 7-33 16,-10-7-63-16,12 12-362 0,-6-3 209 15,1 0 74-15</inkml:trace>
  <inkml:trace contextRef="#ctx0" brushRef="#br0" timeOffset="6445.88">1646 8921 864 0,'0'0'322'0,"-10"8"-60"15,10-8-42-15,-9 8-36 0,9-8-24 16,-9 6-22-16,9-6-15 0,-7 7-9 0,7-7-9 16,-8 6-12-16,8-6-3 0,0 0-15 0,-9 7 2 15,9-7-14-15,0 0-5 0,0 0-8 16,-10 7-7-16,10-7-11 0,0 0 5 0,0 0-3 16,5 8 5-16,-5-8 9 0,0 0 2 15,18 6 8-15,-18-6 7 0,24 3 3 0,-5-3 2 16,-1 0-2-16,9-2 7 0,1 1-16 15,1-1-9-15,7-2-10 0,1 2-7 0,4-2-5 16,-3 1-5-16,2-3-9 0,-1 3 1 16,-1-1-7-16,2-1 0 0,-3 1 1 0,-1 0-4 15,-3-1 1-15,0 1-7 0,-6 1 3 16,-2 0-2-16,-1-1-2 0,-3 1 1 0,-5 0-1 16,1 1 0-16,-17 2-1 0,23-3-18 0,-23 3-16 15,17-4-16-15,-17 4-23 0,9-5-22 16,-9 5-18-16,0 0-16 0,2-10-22 0,-2 10-27 15,0 0-15-15,-4-11-37 0,4 11-35 16,0 0-68-16,-11-8-318 0,11 8 206 0,-13-4 78 16</inkml:trace>
  <inkml:trace contextRef="#ctx0" brushRef="#br0" timeOffset="6797.83">2274 8796 639 0,'0'0'369'0,"-8"-9"-46"16,8 9-42-16,-9-9-17 0,9 9-29 16,-7-6-16-16,7 6-31 0,0 0-18 0,-12-6-23 15,12 6-14-15,0 0-20 0,0 0-18 16,-10-6-18-16,10 6-16 0,0 0-4 0,0 0-9 16,0 0 0-16,0 0 0 0,0 0 1 0,0 0 0 15,6 7-5-15,-6-7-4 16,13 7 3-16,-13-7-4 0,22 8 0 0,-9-2 6 15,0-1-8-15,3 1-3 0,-1 0-6 0,-2 0-3 16,2 1-7-16,1 0-6 0,-5 0 0 16,3 2 3-16,-1 0-2 0,-4 1 0 0,1-1 0 15,-2 2 0-15,-2 2 1 0,-2 0-11 0,0-1 6 16,-3-1-3-16,-1 3-3 0,-4 0-9 16,0 1-22-16,-1 0-26 0,0-1-34 0,-3 2-30 15,1-2-34-15,-1-1-30 0,3-1-43 16,-1-1-60-16,2-2-107 0,0-2-429 0,4-7 265 15,-6 13-67-15</inkml:trace>
  <inkml:trace contextRef="#ctx0" brushRef="#br0" timeOffset="7569.29">2949 8668 881 0,'1'-15'411'0,"-1"15"-84"0,1-13-55 16,-1 13-41-16,0-11-28 16,0 11-35-16,-1-11-19 0,1 11-20 0,-3-11-15 15,3 11-15-15,-5-8-15 0,5 8-12 0,0 0-13 0,-7-11-13 16,7 11-8-16,0 0-8 15,0 0-9-15,0 0-4 0,-17 3 0 0,17-3-7 16,-10 15 6-16,5 0 4 0,0 4 7 0,0 3-3 16,1 1-5-16,-1 7 3 0,0 0-6 15,1 1-1-15,1 4-3 0,1-2-6 0,-1-1 5 16,3-2 1-16,1-2-5 0,2 3-1 0,2-2 0 16,3-1 2-16,-2-5 5 15,2-1-9-15,-1-2 0 0,2-1-6 0,0-3 2 0,0-3-13 16,-1-1 3-16,2-2-10 0,-2-1 6 15,-1-1 0-15,-7-8-4 0,16 8 5 0,-16-8-3 16,0 0 3-16,20 0-2 0,-20 0 3 16,11-7 4-16,-11 7 0 0,11-12 5 15,-7 3-1-15,-2-1 6 0,-2-1 2 0,3 2-1 16,-2-4 0-16,-1 1 1 0,4-1 0 0,-3-1-2 16,0 2 1-16,0-3-3 0,2 1 0 15,1 0 1-15,0-2 3 0,1 3-3 0,0 1 3 16,1-1-3-16,1 1 6 0,-1 1-3 0,2 2 1 15,2-1 4-15,-4 2 0 0,3 2 6 16,-9 6-2-16,18-8-2 0,-18 8 0 0,0 0-3 16,21 1 6-16,-21-1-6 0,13 10 3 15,-6-2 0-15,-3-1-1 0,1 3-1 0,0-1-6 16,0 4 1-16,0 1-1 0,-1-3 3 16,0 4-1-16,0 0-2 0,0-2-4 15,-2 1 4-15,3 0-23 0,-1-3-15 0,0-1-20 16,-3 1-28-16,-1-11-16 0,5 15-18 0,-5-15-24 15,7 12-13-15,-7-12-46 0,6 7-72 16,-6-7-115-16,0 0-275 0,18-3 209 0,-18 3 72 16</inkml:trace>
  <inkml:trace contextRef="#ctx0" brushRef="#br0" timeOffset="11622.3">1089 8050 607 0,'-4'-8'249'0,"4"8"-34"0,0 0-33 16,-9-11-47-16,9 11-27 0,0 0-16 0,-6-9-13 15,6 9-20-15,0 0-9 0,-8-6-5 16,8 6-9-16,0 0 5 0,0 0 5 0,-8-6-19 16,8 6 25-16,0 0-22 0,0 0 18 0,0 0-10 15,0 0-4-15,0 0 20 0,-12 6 4 16,12-6-2-16,-7 10 5 0,5-1-18 0,-3 0 15 16,1 3-10-16,-1 3-3 0,1-3 7 15,-3 4-5-15,2 1-5 0,-1 2-1 0,0 0-6 16,-1-1-6-16,1 2-13 0,-1-2 8 0,1-2-10 15,1 1-3-15,0-2 1 0,1-1-5 16,0 0 2-16,2-1 0 0,-1-4-6 0,-2 0 1 16,5-9-6-16,-4 15 9 0,4-15-1 15,-2 12-9-15,2-12 5 0,0 0 1 16,-3 9 0-16,3-9-1 0,0 0 3 0,0 0-2 16,3-10-5-16,-3 10-2 0,4-19 4 0,-3 8 5 15,1-3-4-15,3-3-1 0,-2-1 3 16,2-3-1-16,-1 0-1 0,0-2 8 0,1 0 1 15,0 0 3-15,1 2 13 0,1-1 5 0,-1 0-4 16,2 2 5-16,-1 2-9 16,1 0-7-16,0 3 2 0,-2 2-8 0,3 1 1 0,-1 2-2 15,-2 2 2-15,-6 8-3 0,13-10 4 16,-13 10 0-16,0 0 0 0,18 2-3 16,-18-2 1-16,10 12-2 0,-4-4 1 0,-2 3-3 15,1 3-2-15,-1 1-1 0,0 1 2 16,0 2-2-16,-2 0 0 0,1 1-2 0,2-1-1 15,-4-1 0-15,2 1 3 0,-2 0-5 0,3-4 3 16,-3 3-7-16,2-6-3 0,-1 3-14 16,1-3-9-16,-2-1-17 0,3 0-18 15,-4-10-21-15,4 15-25 0,-4-15-39 0,5 15-37 0,-5-15-70 16,2 12-151-16,-2-12-199 16,0 0 187-16,0 11 115 0</inkml:trace>
  <inkml:trace contextRef="#ctx0" brushRef="#br0" timeOffset="11925.13">1002 8235 795 0,'0'0'294'0,"-10"-7"-48"0,10 7-39 15,-9-6-16-15,9 6-34 0,0 0-28 16,-9-8-28-16,9 8-2 0,0 0-7 0,-3-13-17 16,3 13-10-16,3-11-6 0,-3 11-17 15,5-11-8-15,-5 11 1 0,10-7-8 0,-10 7-10 16,16-11-11-16,-16 11-3 0,15-7-13 0,-15 7-28 16,20-4-21-16,-20 4-26 0,18-4-15 15,-18 4-15-15,18 0-17 0,-18 0-10 0,19 3-16 16,-19-3-14-16,19 4-48 0,-19-4-235 15,18 4 146-15,-18-4 231 0</inkml:trace>
  <inkml:trace contextRef="#ctx0" brushRef="#br0" timeOffset="12230.94">1306 8006 722 0,'1'-11'346'0,"-1"11"-44"16,0-9-47-16,0 9-39 0,0 0-27 0,0 0-34 16,0-12-17-16,0 12-36 0,0 0-19 0,0 0-21 15,0 0 4-15,0 0 6 0,0 0-9 16,0 0-8-16,9 12-9 0,-9-12-9 0,1 20-9 16,2-8-6-16,-1 2 8 0,1 3-13 15,-2-2-2-15,3 2-3 0,-1 2-5 16,-2 0 3-16,0 0-3 0,2 0-2 0,-2 0 0 15,1-1-4-15,0-1 5 0,-1 1-2 16,-1-3-4-16,0-1-2 0,0 0-7 0,0 0-31 16,-1-1-26-16,1-2-55 0,-2 0-37 0,0-1-60 15,1 0-93-15,-2-2-370 16,3-8 217-16,-6 14 57 0</inkml:trace>
  <inkml:trace contextRef="#ctx0" brushRef="#br0" timeOffset="12535.19">1200 8079 642 0,'-5'-11'325'15,"5"11"-43"-15,-3-11-70 0,3 11-29 16,-1-10-29-16,1 10-26 0,0 0-31 0,2-14-5 15,-2 14-37-15,6-8 6 0,-6 8-16 0,9-7-13 16,-9 7-5-16,12-4-5 0,-12 4 1 16,16-3-10-16,-16 3 2 0,19 2 0 0,-19-2-14 15,24 4 11-15,-24-4-4 0,22 3-12 16,-22-3-12-16,24 5-18 0,-24-5-33 16,23 6-25-16,-23-6-17 0,19 5-17 0,-19-5-21 15,18 7-20-15,-18-7-27 0,14 6-56 0,-14-6-144 16,10 5 129-16,-10-5 82 0</inkml:trace>
  <inkml:trace contextRef="#ctx0" brushRef="#br0" timeOffset="12829.96">1317 8186 820 0,'0'0'337'0,"-10"6"-67"0,10-6-31 0,0 0-21 16,-13 8-37-16,13-8-14 0,0 0-22 0,-9 6-17 16,9-6-21-16,0 0-14 0,0 0-22 15,0 0-12-15,0 0-2 0,0 0 2 0,0 0-4 16,0 0-9-16,0 0-5 0,0 0-7 0,0 0-7 16,21-5-6-16,-21 5-7 0,15-4 1 15,-15 4-6-15,22-4-5 0,-22 4 4 0,20-5-4 16,-20 5-5-16,27-4-17 0,-27 4-25 15,28-3-32-15,-10 0-21 0,-18 3-54 16,29-2-40-16,-29 2-54 0,31 0-100 0,-31 0-308 16,29 2 205-16,-29-2 79 0</inkml:trace>
  <inkml:trace contextRef="#ctx0" brushRef="#br0" timeOffset="13377.75">1857 8203 501 0,'0'0'336'0,"0"0"-58"0,-18 4-40 15,18-4-33-15,0 0-20 0,-19 2-5 16,19-2-23-16,0 0 2 0,-19 4-16 0,19-4-20 15,0 0-18-15,-16 3-15 0,16-3-17 16,0 0-11-16,0 0-7 0,-15 3-8 0,15-3-12 16,0 0-7-16,0 0-2 0,0 0 3 0,0 0 5 15,0 0-4-15,13 3 1 0,-13-3-1 16,18 0-9-16,-18 0 4 0,29-4-1 0,-11 2 2 16,2-3-1-16,3 1-6 0,3 0-3 15,-1 2-4-15,2-4-4 0,0 1 1 16,0 1-4-16,1 0-3 0,-4-2 1 0,4 2-9 0,-2-2-4 15,-1 3-13-15,2-3-23 0,-4 2-17 0,-2 0-18 16,0 1-12-16,-4 0-15 16,0 0 4-16,-17 3 2 0,27-5-22 0,-27 5 12 15,22-3 1-15,-22 3 1 0,15-1-15 16,-15 1-16-16,0 0-21 0,0 0-34 0,19 0-74 16,-19 0-168-16,0 0 142 0,0 0 243 0</inkml:trace>
  <inkml:trace contextRef="#ctx0" brushRef="#br0" timeOffset="13724.41">2292 8064 778 0,'-12'-4'378'0,"12"4"-73"0,0 0-36 15,-17-5-39-15,17 5-22 0,0 0-33 16,-16-2-31-16,16 2-21 0,0 0-12 0,0 0-22 15,-15-3-14-15,15 3-16 0,0 0-11 0,0 0-8 16,0 0-4-16,0 0-8 0,0 0-3 16,0 0-5-16,0 0-3 0,0 0-1 0,19 5-5 15,-19-5 3-15,19 5-6 0,-19-5 1 0,22 6-6 16,-22-6 2-16,24 6 0 16,-9-3-1-16,-2 1-2 0,2 0 19 0,-2 1 3 15,0 0 0-15,0 1-4 0,-3-2-3 0,-1 2 1 16,-9-6 3-16,15 10-8 0,-15-10 4 15,10 15-3-15,-7-6-6 0,-3-9 0 0,1 17-10 16,-1-17-17-16,-2 21-27 0,-2-10-33 16,-1 0-52-16,-2 0-42 0,2 1-78 0,-4 1-81 15,3-2-432-15,-2 1 249 0,3-4-12 0</inkml:trace>
  <inkml:trace contextRef="#ctx0" brushRef="#br0" timeOffset="14969.85">2824 8041 782 0,'0'0'309'15,"-9"-9"-45"-15,9 9-18 0,0 0-28 16,-8-8-14-16,8 8-18 0,0 0-33 0,-5-10-18 16,5 10-19-16,0 0-5 0,0-11-13 15,0 11-6-15,4-11-2 0,-4 11-9 0,10-11-2 16,-10 11-17-16,18-11-3 0,-9 7-15 0,2-1-9 16,2 1-13-16,-13 4 3 0,27-5-4 15,-27 5-9-15,28-1 0 0,-28 1-1 0,28 5-3 16,-11-2-9-16,-2 4-5 0,-1 1-18 0,0 0-19 15,-1 2-20-15,-3 1-8 0,5 0-8 16,-5 0-14-16,2 0-7 0,-3 0-26 0,-1-1-22 16,-1 1-66-16,2-5-80 0,-1 1-408 15,-8-7 227-15,13 12 40 0</inkml:trace>
  <inkml:trace contextRef="#ctx0" brushRef="#br0" timeOffset="15229.66">3228 7903 1028 0,'-5'-10'446'0,"5"10"-80"0,0 0-63 16,-11-8-53-16,11 8-47 0,0 0-35 0,0 0-36 16,-20 1-16-16,20-1-19 15,-15 13-14-15,9-5-8 0,-2 3-11 0,-1 2-6 0,0 5-19 16,0 0-8-16,0 6-7 0,-2 2 1 15,1 3-7-15,-4 4-3 0,2 1-5 16,0 3-22-16,0-1-33 0,-2 2-39 0,1-4-29 16,3 1-56-16,1-4-47 0,0-4-87 0,1 1-127 15,2-7-260-15,2 0 221 0,-1-5 50 16</inkml:trace>
  <inkml:trace contextRef="#ctx0" brushRef="#br0" timeOffset="66303.96">24084 7063 634 0,'0'0'219'15,"0"0"-49"-15,0 0-37 0,0 0-31 0,0 0-25 16,0 0-15-16,0 0-15 0,0 0-14 16,0 0-6-16,0 0-5 0,9-7-6 0,-9 7-3 15,0 0 0-15,0 0-8 0,0 0-18 0,0 0-24 16,19 0-27-16,-19 0-29 0,0 0-42 15,0 0-257-15,0 0 128 0,19-2 83 16</inkml:trace>
  <inkml:trace contextRef="#ctx0" brushRef="#br0" timeOffset="66818.08">24278 7085 436 0,'0'0'342'0,"0"0"-69"0,-9-6-45 0,9 6-33 15,0 0-31-15,0 0-27 0,0 0-21 0,0-11-26 16,0 11-1-16,0 0-18 0,10-7 2 16,-10 7-6-16,19-2-15 0,-19 2-6 0,26-6-21 15,-11 5 4-15,4-1-8 0,3 1-4 0,0 1-17 16,1 0-34-16,5 0-22 0,0 0-60 15,1 0-51-15,-1 1-40 0,1 1-59 16,-1-2-243-16,0 1 156 0,-2 1 191 16</inkml:trace>
  <inkml:trace contextRef="#ctx0" brushRef="#br0" timeOffset="71766.41">24232 7120 563 0,'0'0'232'15,"0"0"-30"-15,0 0-14 0,0 0-29 0,0 0-28 16,0 0-13-16,0 0-14 0,10-4-19 16,-10 4-11-16,0 0-7 0,0 0-19 0,0 0-13 15,0 0-13-15,12-6 1 0,-12 6-6 16,0 0-5-16,0 0 0 0,0 0-2 15,9-4-4-15,-9 4 1 0,0 0-3 0,0 0 3 16,0 0-9-16,0 0-1 0,0 0 4 0,0 0-5 16,11-5 6-16,-11 5-3 0,0 0 3 15,0 0-2-15,0 0 0 0,0 0 1 0,0 0-9 16,0 0 5-16,0 0 2 0,0 0 6 0,0 0-4 16,0 0 5-16,0 0-4 0,0 0 11 15,0 0 5-15,0 0 0 0,11-5-7 16,-11 5 1-16,0 0-6 0,0 0 7 0,0 0 2 15,0 0-11-15,0 0 9 0,0 0-9 16,0 0 5-16,0 0-1 0,0 0-9 0,0 0 13 0,12 4 0 16,-12-4 0-16,0 0-1 15,0 0 2-15,6 9-2 0,-6-9-10 0,0 0 8 16,6 11-1-16,-6-11-2 0,7 9 0 0,-7-9-1 16,3 9-10-16,-3-9 1 0,4 15 9 15,-4-15 0-15,5 14-2 0,-3-5 0 0,-2-9-6 16,4 18 3-16,-1-7-5 0,-1 0 10 0,0 0 0 15,-1-2-1-15,0 4 0 0,0-1-2 16,2 1 2-16,-2-1-11 0,0 1 7 0,1 1 0 16,-1-2-4-16,0 1 10 0,-1 2-4 15,0 0 1-15,0-1-11 0,0 1 10 16,0-2-1-16,0 2-8 0,1 1 13 0,1-3-1 16,-2 2-4-16,0-1-7 0,1 3 9 15,-1-1-6-15,1-1 1 0,-1 3 10 0,3-4-1 16,-2 2-3-16,0-1 5 0,2 1-3 0,-2 0 9 15,3-1-4-15,0 1-1 0,1 1 5 16,-1-2-12-16,-2 0 9 0,2 3 0 0,0-4-4 16,-1 2-10-16,-1-1 12 0,2 0 1 15,-1 0-12-15,1-1 10 0,-1-1-5 0,0 1 6 16,-1-3-6-16,0 1-8 0,0 1 26 0,1-2 8 16,-1 3-4-16,1-3-7 15,-2 1-1-15,0 0-7 0,1 3 7 0,0-5-3 0,1 3-7 16,-1 1-1-16,-1 1-4 0,2-2 2 15,-2 1 6-15,-1 1 0 0,0-1 18 16,0 1-1-16,2 1 6 0,-1-1-9 0,-1 0-7 16,0-1 2-16,-1-2-3 0,2 3-2 15,0-2-5-15,-1 0 3 0,0-1 1 0,0 2-2 16,1-1 8-16,-1 0-4 0,0-1-2 0,0 0-5 16,0-1 8-16,0 2-1 0,2-1 0 15,-2-1 0-15,0 2-10 0,0-2 5 0,-2 0-6 16,4 1 1-16,-1 1-6 0,-2-3 8 0,1 2 1 15,1-1-10-15,0 1 2 0,-2 0 4 16,1 0-11-16,0 0 0 0,0-1 4 0,1 1 0 16,-1 2 5-16,0-1-4 15,0-1 2-15,0-1-4 0,2 2 6 0,-4-3-2 16,4 2 8-16,-2-1 5 0,0 0-6 0,1-2 6 16,-1-9-6-16,1 18 0 0,-1-18 0 15,0 18 9-15,0-18-1 0,0 14-2 0,0-14-2 16,0 16-6-16,0-16 6 0,0 14-6 0,0-14 4 15,0 11-2-15,0-11 0 0,-2 12-1 16,2-12 5-16,-2 12 4 0,2-12-2 0,-2 12-3 16,2-12-2-16,-4 11-5 0,4-11 5 15,-4 13 2-15,4-13 8 0,-4 12-5 16,4-12-6-16,-5 15 6 0,5-15-3 0,-4 12-3 16,4-12 13-16,-2 14-1 0,2-14-6 15,-3 13 1-15,3-13-7 0,-1 14 5 0,1-14 0 16,-1 13-2-16,1-13-1 0,0 15-4 0,0-15 3 15,0 14-1-15,0-14-2 0,0 14 0 16,0-14-7-16,2 15 4 0,-2-15 4 0,2 13-6 16,-2-13 1-16,2 13 4 0,-2-13-6 15,4 12-1-15,-4-12 3 0,4 10 4 0,-4-10-8 16,2 9 7-16,-2-9-6 0,0 0 1 16,4 10 0-16,-4-10 6 0,0 0 0 0,3 9 0 15,-3-9 0-15,0 0 6 0,0 0 4 16,3 9-1-16,-3-9 1 0,0 0-1 0,0 0-7 15,0 0 0-15,15 3 1 0,-15-3-5 16,0 0-6-16,19-2 3 0,-19 2 7 0,21-1-7 16,-21 1-2-16,28-4-3 0,-10 2 2 15,1-1 7-15,7 0 0 0,2 2-4 0,2-2 1 16,7 1-10-16,3-2-3 0,2 2-33 0,8 0-62 16,2-1-94-16,3 1-126 0,-3 1-652 15,4-4 298-15,2 2-189 0</inkml:trace>
  <inkml:trace contextRef="#ctx0" brushRef="#br0" timeOffset="73854.1">24627 9653 389 0,'0'0'249'0,"-10"-10"-35"0,10 10-8 0,0 0-25 0,-10-8-27 16,10 8-18-16,-6-7-10 0,6 7-13 15,0 0-27-15,-8-10-5 0,8 10-8 0,0 0 1 16,-8-7-28-16,8 7 10 0,0 0-14 15,0 0-12-15,-5-8-1 0,5 8-8 16,0 0-15-16,0 0 3 0,0 0 7 0,0 0 0 16,-9-7-8-16,9 7 1 0,0 0-10 15,0 0 10-15,0 0 4 0,0 0 0 0,-9 7-5 16,9-7 7-16,0 0-1 0,-6 8-12 0,6-8 13 16,0 0-12-16,-2 13 11 0,2-13 0 15,-2 9 2-15,2-9-2 0,-4 10 2 0,4-10-3 16,-1 11-11-16,1-11 13 0,-2 12 6 15,2-12-2-15,-2 13 8 0,2-13-11 0,-2 14 8 16,2-14-7-16,-2 13 6 0,2-13-2 16,-1 15-6-16,1-15 8 0,-2 16-8 15,2-16 3-15,-2 20-2 0,2-20-1 0,0 18-12 16,-1-9 8-16,1-9-3 0,0 22 3 0,0-22-7 16,-1 19 2-16,1-8 9 0,0-1-4 15,0-10-2-15,1 21 4 0,-1-21-4 0,-1 17 7 16,1-5 4-16,0-2 4 0,-3 2-4 15,2-2 3-15,1 2-1 0,0-3 3 0,0 4 5 16,-2-1-2-16,2-2-2 0,-2 2-9 0,2-1 1 16,0 2 2-16,0-1-9 0,0-1 1 15,0 0-2-15,0 2-2 0,0-2 9 0,2 1-2 16,-2 1 0-16,1-2-6 0,0 1 8 16,-1-1-1-16,1 1-2 0,2 0 0 15,-3 1-6-15,2-4 4 0,-2 4-1 0,2-2 5 16,-2 1-9-16,1 0 7 0,-1 0 1 15,1-2-1-15,-1 2 1 0,0-1 1 0,1 0-7 16,-1 1-2-16,-1-1 4 0,1 1 6 0,0-2-6 16,0 3 0-16,0-2-1 0,0 1 0 15,0-1 1-15,-1-1-6 0,0 1 7 0,1 0 5 16,0-11 8-16,-2 20-9 0,1-10-2 16,0 0 2-16,-2 1-5 0,2-1 4 0,-1 0-4 15,0 1 3-15,-2 0-1 0,2 0 0 0,-1 0 2 16,-1 1-2-16,3 1 0 0,-2-2-5 15,2 2 0-15,-3-1-1 0,3 0-3 0,-3-2 9 16,3 2-7-16,-1 0-1 0,0-1 3 16,1-2 7-16,-2 2-3 0,2 0-9 15,1-2 12-15,-2 1 7 0,0-1-2 0,2-9-6 16,-2 21-4-16,-1-13 2 0,3-8-4 16,-2 19-7-16,2-19 11 0,-3 18-4 0,3-18-4 15,-4 18 0-15,4-18-6 0,-3 14 0 0,3-14 7 16,-2 17 0-16,2-17 0 0,0 14 6 15,0-14-6-15,0 14-6 0,0-14 4 0,-1 13-3 16,1-13 5-16,0 12-1 0,0-12-2 16,0 13-3-16,0-13-1 0,1 11 4 0,-1-11-3 15,2 11 3-15,-2-11 5 0,1 9-12 16,-1-9 6-16,0 0 6 0,2 13-2 16,-2-13-2-16,3 11-6 0,-3-11 1 0,0 0-1 15,2 12 1-15,-2-12 8 0,0 0-4 0,4 13 0 16,-4-13-7-16,0 0 10 0,4 10 0 15,-4-10-4-15,0 0 4 0,3 9-6 0,-3-9-3 16,0 0 1-16,5 10 0 0,-5-10 3 16,0 0 2-16,4 8 0 0,-4-8 3 0,0 0 3 15,10 11-2-15,-10-11-8 0,6 6-1 0,-6-6 5 16,6 7-1-16,-6-7-3 16,8 7-1-16,-8-7 8 0,10 8-7 0,-10-8 6 0,9 6-10 15,-9-6 7-15,7 7-1 0,-7-7 4 16,10 6-8-16,-10-6 5 0,11 6-2 15,-11-6-1-15,9 6 9 0,-9-6-7 0,9 5 2 16,-9-5-5-16,0 0 3 0,18 6 5 16,-18-6-13-16,0 0 12 0,19 3-4 0,-19-3 3 15,0 0-7-15,21 2 5 0,-21-2-3 0,0 0 1 16,23 0 2-16,-23 0 1 0,0 0-3 16,22 0 5-16,-22 0-8 0,21-2 5 0,-21 2-5 15,24-1 7-15,-24 1-5 0,28-2 0 0,-11-1 2 16,-1 2-4-16,5-1 1 0,-1-1-3 15,1 1 5-15,5 0-15 0,1-1-25 16,1 1-20-16,2 0-24 0,0-1-39 16,-1 1-42-16,2 2-62 0,1-1-17 0,4-1-69 15,0 1-85-15,1 1-372 0,-2 1 251 0,3 1-20 16</inkml:trace>
  <inkml:trace contextRef="#ctx0" brushRef="#br0" timeOffset="76134.91">24851 11736 467 0,'0'0'167'0,"0"0"-44"0,0 0-19 0,-9-6-27 16,9 6-8-16,0 0-13 0,0 0-17 15,0 0-3-15,0 0-4 0,0 0-11 16,0 0-6-16,2 13-13 0,-2-13-7 0,0 0 5 15,0 0-6-15,11 7 0 0,-11-7 7 0,0 0 1 16,11 3 10-16,-11-3 17 0,0 0 4 16,0 0 14-16,0 0 12 0,19 2 9 0,-19-2 15 15,0 0 8-15,0 0 8 0,0 0 5 16,14-2-22-16,-14 2 4 0,0 0-6 0,0 0-22 16,0 0 8-16,14-6-9 0,-14 6-13 0,0 0 2 15,0 0-6-15,0 0-22 16,0 0 9-16,0 0-14 0,0 0 7 0,0 0-1 15,0 0-2-15,-4-8-8 0,4 8 4 0,0 0 13 16,0 0-12-16,-19-3 11 0,19 3-7 16,0 0 6-16,-23-2-2 0,23 2-5 0,-19-1-2 15,19 1-4-15,-23 0-6 0,23 0-3 16,-25-2 8-16,25 2-2 0,-22-1-3 0,22 1-9 16,-19 0 3-16,19 0 6 0,-18-2-8 0,18 2 9 15,0 0-3-15,-21 0-3 0,21 0 3 16,0 0-6-16,0 0 5 0,-21 0-10 0,21 0 8 15,0 0-5-15,0 0 8 0,0 0-9 16,0 0 2-16,-22-2 10 0,22 2-4 16,0 0-6-16,0 0-2 0,0 0 10 0,0 0-4 15,0 0 1-15,0 0 4 0,0 0-11 16,0 0 10-16,-16 0-5 0,16 0 5 0,0 0-8 16,0 0 11-16,0 0-6 0,0 0 1 0,0 0-7 15,0 0 0-15,0 0 9 0,0 0-12 16,0 0 9-16,0 0-5 0,0 0 8 0,0 0-1 15,0 0 3-15,0 0-1 0,-12 7-8 16,12-7 11-16,0 0-1 0,2 10-1 0,-2-10 0 16,0 0 1-16,0 15 3 0,0-15 3 0,0 14-1 15,0-14-1-15,-2 15 8 0,2-15-6 16,-1 19 5-16,0-9 0 0,-2 0 10 16,2 3 7-16,-2-1-7 0,2 1-2 15,-2 1-7-15,2 2-2 0,-1-1 4 0,-2 2 0 16,1 1-5-16,-2-1 5 0,3 0 6 0,-1 1 0 15,-1 2-1-15,0-3-3 0,0 2-6 16,2-2 4-16,-2 5-7 0,1-4-1 0,1-1-1 16,-2 1 3-16,3-2-2 0,-2 1-8 0,2-1 3 15,1-1 5-15,-1 1-11 0,0-1 10 16,-1-2-9-16,2 0 4 0,0 2 3 0,0-2 4 16,-2 3-1-16,2-3-6 15,-2 2 1-15,2-1 3 0,-1-1 10 0,1 0-5 16,0 0-9-16,0 0 18 0,0 2 6 0,0-2-6 15,0 0-5-15,0 1-7 0,0-2-5 16,0 1-2-16,0 0 0 0,1 0 3 0,-1 0 1 16,0-1-10-16,2 1 9 0,-1 0-9 0,-1-1 8 15,1 1 3-15,-1-1-11 0,0 1 3 16,0 0-1-16,0-1 0 0,2 0 9 0,-2-1-2 16,0 1-2-16,2 0-8 0,-1-1 7 15,1-1 0-15,-1 1-3 0,0 0-10 0,-1-11 11 16,5 18 1-16,-5-18-13 0,1 19 5 0,2-10 3 15,-3-9 1-15,3 15-8 16,-3-15 4-16,2 16 3 0,-2-16 0 0,4 13 2 16,-4-13-5-16,3 13 10 0,-3-13-6 15,3 13-1-15,-3-13 5 0,4 15-7 0,-4-15 7 16,4 10-3-16,-4-10 7 0,6 13 1 0,-6-13-6 16,4 11 11-16,-4-11-1 0,4 12 3 15,-4-12-11-15,5 10 7 0,-5-10-10 0,5 11 10 16,-5-11-9-16,7 10 3 0,-7-10-3 0,7 10-2 15,-7-10 7-15,7 10-4 0,-7-10-7 16,6 9 2-16,-6-9 5 0,9 9-4 0,-9-9-2 16,9 8 6-16,-9-8-3 0,6 10-4 15,-6-10 3-15,9 6 1 0,-9-6-5 16,7 8 3-16,-7-8-3 0,8 5 9 0,-8-5-4 16,0 0-3-16,12 8 2 0,-12-8-2 15,0 0 6-15,13 8 5 0,-13-8-7 0,0 0 7 16,16 6-8-16,-16-6-2 0,13 3-3 15,-13-3 9-15,19 3-4 0,-19-3-2 0,26 3 2 16,-26-3-9-16,32 1 8 0,-13-1-1 0,1 0 1 16,8 0-3-16,0-1-1 0,4 1 12 15,7-2-13-15,1-1-1 0,8 2-10 0,1-2-39 16,-1 0-63-16,1-2-76 0,-1 2-96 0,-3-2-151 16,1 0-428-16,-6 2 277 15,-2-1-105-15</inkml:trace>
  <inkml:trace contextRef="#ctx0" brushRef="#br0" timeOffset="82261.41">20206 3055 430 0,'0'0'247'0,"-2"-13"-52"0,2 13-18 0,-3-10-32 0,3 10-29 0,-1-11-19 16,1 11-15-16,0-10 9 0,0 10 6 0,0 0 11 15,1-16 6-15,-1 16-5 0,0 0-2 16,-1-12-16-16,1 12-18 0,0 0-9 16,-1-12-24-16,1 12 4 0,0 0-15 0,0-8-2 15,0 8-3-15,0 0-2 0,0 0-22 16,0 0 13-16,0-13 3 0,0 13-15 0,0 0 8 16,0 0-2-16,0 0-1 0,0 0-1 0,0 0-18 15,0 0 8-15,0 0 11 16,0 0-4-16,0 0 6 0,0 0-6 0,0 0 6 0,-2 9-14 15,2-9 10-15,0 0-3 0,3 10 4 0,-3-10-8 16,0 0-8-16,5 13 13 0,-5-13 1 16,5 12-6-16,-5-12 13 0,5 13-17 15,0-3 17-15,-1 0-9 0,-3 1 3 0,3 0-13 16,-1 3-1-16,-1 0 16 0,0 1-7 0,0 0 5 16,-1 1 0-16,2 1 1 0,0 0 3 15,-1-1-2-15,-1 0-1 0,2-1-8 16,-2 2-5-16,2 0 6 0,-1 2 4 0,-2-3-3 15,3 0-13-15,-2 2 16 0,2 2-5 0,-1-1 14 16,-1 4-8-16,2-3 6 0,-2 3-2 16,3-1-10-16,-3 3 7 0,2-2 4 0,1 1-11 15,-2 2 7-15,1-3 5 0,-1 2 1 0,2 0-7 16,0 2-4-16,0-2 3 0,0-1 8 16,2 1-3-16,-3 0-1 0,2 0 19 15,-3 1 13-15,3-1-8 0,-1 0-1 16,3 2-5-16,-2-2-4 0,0 0-3 0,0 0-7 15,0 3 7-15,1 2 18 0,1-2 1 0,0 2-12 16,-1 0-2-16,1-1-2 0,1 2-7 16,-1-1-2-16,1-1 0 0,0 1-3 0,0 0-4 15,0 2 1-15,1-2 0 0,-1 1-3 0,-3-1 0 16,4 1 1-16,-3-2-2 0,2 1 4 16,-3 1-5-16,-1-3 1 0,4 0-2 0,-5-3 5 15,3 1-5-15,-3-1 2 0,1 0 2 16,0 1-1-16,1 1-2 0,-1-1-4 0,-2 0 7 15,1 1-2-15,1 3 2 0,-2-4-5 0,2-1 1 16,0 1 3-16,-3 1-1 16,3-1 1-16,1 0 0 0,-4 0-1 0,2-1-1 15,-2 3 0-15,2-1 2 0,-2-1-2 0,0 0-2 16,2-1 2-16,-2 3-1 0,1-2 5 16,-2 1-2-16,0-2-2 0,0 2-3 0,0-1 4 15,1 1 1-15,-4-1 2 0,3 2-6 16,0-1 3-16,-1-1 3 0,1 1 0 0,1 1 0 15,2-2 3-15,-2 0-1 0,0 1-5 0,2 1 0 16,-2-2 1-16,3-1 1 0,0 3-5 16,-3-2 1-16,3 0 3 0,-3 0 2 0,2 1-3 15,-2-1 1-15,3 1-3 0,-3-2 3 16,1 1 0-16,-2 0-2 0,2-1 1 16,-1 0 1-16,1 0 1 0,0 1-2 0,0-1 5 15,0 0-7-15,2-2 0 0,-2 2 3 16,2 1-1-16,-3-1-1 0,3-1 4 0,0 1 0 15,0-1-3-15,0 0 0 0,0-1 2 0,-1 2 4 16,0-2 0-16,-1 1-1 0,-2 1-7 16,2-2 0-16,-1-1 0 0,-1 3 4 0,-1-1-2 15,2 0 4-15,-1-1-2 0,1-2 1 0,-1 1-3 16,0 1-2-16,0 1 3 0,0-1-3 16,0-2-1-16,2 2 2 0,-2-1 2 15,0-3-3-15,2 5 2 0,-2-3-2 0,0 0 4 16,1 2 4-16,1 0-3 0,-1-2 2 15,0-1 0-15,-1 0 3 0,2 6 1 0,0-4 4 16,-2 0-2-16,0-2 1 0,1 2-7 16,1 1 1-16,0 0 0 0,1 0 2 0,-2-3-2 15,-1 1-2-15,1 2-2 0,0-2 5 0,2 1-2 16,-3-2 1-16,3 5-7 0,-1-3 7 16,-1 0-8-16,2 2 5 0,-2-2-8 0,2-1 8 15,-2 1-6-15,1-3 7 0,0 1-3 16,-2-2 3-16,1 1-7 0,3 0 1 0,-4 0 6 15,0-1-11-15,3 0 6 0,-1 0-1 16,-2 0 1-16,1-1 3 0,1-1 7 16,-2 3-6-16,2-1-2 0,-2-2 3 0,2 2 1 15,-2-1 1-15,2 1-8 0,-2 0 5 0,0-1-1 16,1 0 2-16,-1 0 0 0,0 0-10 16,3 0 4-16,-3-1 6 0,0 0-3 0,0 1 1 15,0-1-8-15,1 1 5 0,-1 1-2 0,0-1 5 16,-1 1-1-16,1 0-2 0,0 0 1 15,-1 0 0-15,1 0-1 0,1 1-3 0,-2-1 6 16,-1 1 1-16,2 0 0 0,0 0-6 16,0 1 0-16,-1 0 8 0,1 1-5 0,0-1-2 15,0 1-1-15,-2-1 3 0,2 4 1 16,0-2-4-16,0-1 5 0,0 4-6 16,1 0 9-16,-1-2 3 0,1 2 2 0,-1-1-6 15,0-1-4-15,1 2 2 0,2 0 3 0,-3-2-7 16,1 1 0-16,-1 1 5 0,2-3 0 15,-2 2-6-15,2 0 7 0,-2 0-7 0,0 0-1 16,0 1 2-16,0-2 5 0,0 2-1 16,0-4-5-16,0 3 1 0,0-2-2 0,0 1 7 15,0-2 1-15,1 4-5 0,-1-2 4 0,2-1-2 16,-1 0 0-16,-1-1 0 16,0 0-9-16,1 2 9 0,1 1-2 0,-2-4 5 0,0 2 18 15,1-1-23-15,-1 3-5 0,0-4 8 16,0 2-3-16,-1 2-5 0,1-1-2 15,-2 1 6-15,2-3 6 0,0 1 3 0,-1 2-11 16,-2-1 4-16,3-1 3 0,0 3 1 16,0-1-2-16,0 1-3 0,0-1 10 0,0 1-1 15,2-2 11-15,-1 2-6 0,-1-1-2 0,0 0 3 16,1-1-1-16,-1 2 7 0,0-4-10 16,2 4 1-16,-2-2-4 0,3 1 0 0,-3-1-3 15,0 1 0-15,0 1 0 0,1 0 5 0,-1 0-6 16,-1 0 0-16,1-1-9 0,0 2 3 15,0-1 7-15,0 0-10 0,1 1 6 16,-1 1 3-16,3 0 8 0,-2-1-8 0,-1 1-3 16,2-1 3-16,-1 2-3 0,0-2 15 15,0 0 1-15,1 2 2 0,-1-1-1 0,0-1-3 16,1 1-1-16,-2 0-4 0,1-1 8 16,0 0-13-16,-1 0-5 0,1 1 12 0,1 0-18 15,-1-2 19-15,0 0-12 0,-1 2 4 0,2-2-2 16,0 1-10-16,-2-1 9 0,1 0-7 15,2 1 3-15,-1 1-1 0,0-4 3 0,0 2-7 16,-2 0 3-16,3 0 3 0,-2-1 3 16,0 1 0-16,2-1-2 0,-1 0 1 0,0 0-7 15,-1-2 7-15,0-1-5 0,1 1 7 16,-1-2-1-16,0 1-6 0,0-2 7 0,-1 2-6 16,3-3-3-16,-3 3 9 0,1-2 0 15,-1 2 2-15,0-2-14 0,3 2 4 0,-2-1 5 16,-1 1 6-16,1-1 2 0,-1 1-1 15,2-1-2-15,-2 1-7 0,1-1-1 0,-1 0-1 16,1-1 8-16,-1 2-3 0,0-1-4 16,0 0 7-16,0-1 4 0,0 1 8 0,0 1-5 15,0-2 6-15,-1 1 1 0,1 1-6 0,0 1-4 16,0-3-1-16,0 2 7 16,-1-1-6-16,1 0-4 0,0 0-1 0,0 1 2 0,0-2 6 15,0 1-7-15,-2-1-1 0,4 1 8 16,-2 0-3-16,0 0 7 0,0-1-17 15,0 1 9-15,-2-1 7 0,2 0-9 0,0 1-1 16,0-1 12-16,0 2 12 0,-1-1-15 0,0-1 19 16,-2-1 0-16,2 3-7 0,-2-2-6 15,2 2-12-15,-3 0-1 0,2 0 4 0,-1-2 0 16,1 1-6-16,-1-1-1 0,0 0 2 16,1 2 12-16,-1 2-3 0,-2-2-2 0,4-2-9 15,-1 0 5-15,0 0 1 0,0 2 0 0,0-2-13 16,1 0 2-16,0 1 5 15,0-1 1-15,-1 0-4 0,1 1 2 0,-2-2-1 0,2 2-4 16,-1-1 10-16,0 0-1 0,0 1-2 16,-1 0-5-16,1-1 16 0,-1 3-1 15,2 0 1-15,-2-1 2 0,2-1-10 0,1 2-1 16,0-2 9-16,0 4-2 0,-1 0 6 16,0 0-2-16,2-1-4 0,-1-1-3 0,0 2 5 15,-1-1-3-15,1 0-3 0,0 0 2 0,0-1-6 16,0 2 3-16,-2 1 9 0,2 0 0 15,-1-2 1-15,-2 1 0 0,3-1-5 0,0-2-7 16,-1-1 8-16,1 4 6 0,0-3-3 0,0 0-2 16,0-1-2-16,0 1 2 15,0 0-6-15,1-2 12 0,1 4-1 0,-1-4 0 0,0 0-1 16,2 1-4-16,-2-1 6 16,0 1 3-16,1-1-3 0,-1 1-3 0,0-4 5 15,1 2-6-15,-1-2-8 0,1-2 0 0,-2-2 0 16,0 1 0-16,1 0 4 0,-1-1-2 15,0-1-2-15,-1 0 18 0,1 0 5 0,0 0-10 16,0-11 0-16,0 20-7 0,-2-9-1 0,2-11-6 16,-1 16 4-16,1-16-6 0,-2 16 0 15,2-16 0-15,0 16 1 0,0-16-4 0,0 15 4 16,0-15-4-16,-1 13 0 0,1-13 0 16,0 12-4-16,0-12 2 0,-1 9 3 0,1-9 0 15,0 0-6-15,-2 12 5 0,2-12-3 16,0 0 3-16,-1 10 1 0,1-10-5 15,0 0 6-15,0 0-7 0,0 0 5 0,0 11-2 16,0-11 0-16,0 0-1 0,0 0-3 0,0 0 1 16,0 0 2-16,0 0-1 0,-1 9-16 15,1-9-23-15,0 0-27 0,0 0-28 0,0 0-23 16,0 0-53-16,0 0-28 0,0 0-56 0,0 0-93 16,0 0-99-16,0 0-670 0,0 0 340 15,0 0-295-15</inkml:trace>
  <inkml:trace contextRef="#ctx0" brushRef="#br0" timeOffset="93332.98">21169 4989 355 0,'0'0'249'0,"-5"9"-69"15,5-9-47-15,0 0-45 0,0 0-39 16,-15 5-57-16,15-5-50 0,0 0-101 0,0 0-102 16,0 0 82-16,0 0 50 0</inkml:trace>
  <inkml:trace contextRef="#ctx0" brushRef="#br0" timeOffset="-208882.31">21043 4686 315 0,'0'0'188'0,"0"0"-23"0,0 0-35 15,0 0-25-15,0 0-14 0,0 0-21 0,0 0-17 16,0 0-8-16,0 0-3 0,0 0-12 16,-19 2-3-16,19-2-2 0,0 0-1 0,0 0-6 15,0 0 2-15,-14 2-3 0,14-2 7 0,0 0 1 16,0 0-3-16,0 0 0 0,0 0 4 15,-16 1-2-15,16-1 3 0,0 0-2 0,0 0 12 16,0 0-10-16,0 0 0 0,-16 2 5 16,16-2 0-16,0 0-6 0,0 0-9 15,0 0 9-15,0 0-4 0,-17 2-6 0,17-2 3 16,0 0-5-16,0 0 3 0,0 0 1 16,0 0 7-16,-17 1-4 0,17-1 0 0,0 0-2 15,0 0 6-15,0 0-5 0,0 0 10 0,-15 2-2 16,15-2 6-16,0 0-4 0,0 0 1 15,0 0-6-15,0 0 19 0,0 0-9 0,0 0 1 16,0 0-7-16,0 0-8 0,0 0 5 0,0 0 3 16,0 0-17-16,0 0 7 0,0 0-6 15,24 0 8-15,-24 0-6 0,21-1-14 16,-21 1 12-16,28 0-5 0,-28 0-3 0,35-1-13 16,-15 2-16-16,-2-1 9 0,2 1-16 15,2 0-5-15,-3 1-20 0,0-2 9 0,2 2-8 16,-1-2 4-16,-1 1 0 0,-1 1 14 15,1-2-3-15,-19 0-7 0,30 1 14 0,-30-1 2 16,25 2 10-16,-25-2-6 0,19 0 8 0,-19 0-5 16,0 0-16-16,25-2-26 0,-25 2-16 15,0 0-8-15,19-3-28 0,-19 3-37 0,0 0-264 16,0 0 137-16,11-5 262 0</inkml:trace>
  <inkml:trace contextRef="#ctx0" brushRef="#br0" timeOffset="-208360.43">21330 4523 308 0,'0'0'235'16,"0"-12"-43"-16,0 12-22 0,0 0-19 15,0-13-25-15,0 13-11 0,0 0-5 0,1-12-7 16,-1 12-15-16,0 0-15 0,1-10-19 16,-1 10-5-16,0 0-5 0,0 0-19 15,7-10 6-15,-7 10-10 0,0 0 13 0,0 0-2 16,0 0-11-16,0 0-2 0,15 6 13 16,-15-6 1-16,7 13-2 0,-5-3-11 0,1-1 8 15,-1 4-3-15,0 2 15 0,0 1-2 0,-2 3-6 16,1-1 5-16,1 1-17 0,-2 1 2 15,1 2 7-15,-1 2-4 0,0-3-9 0,-3 4-11 16,3 0 9-16,-1 0-7 0,1 0 2 0,0-5 10 16,0 1-16-16,-1-2 8 0,1 0-13 15,0-3-7-15,-1 0-3 0,1-5-12 0,0 2-19 16,0-3-25-16,-2 0-52 0,2-10-77 16,-1 13-143-16,1-13-186 0,0 0 159 15,-8 7 179-15</inkml:trace>
  <inkml:trace contextRef="#ctx0" brushRef="#br0" timeOffset="-207655.81">21349 4454 263 0,'0'0'208'0,"0"0"-39"16,0 0-31-16,0 0-13 16,0 0-16-16,0 0-9 0,0-11 2 0,0 11-16 15,0 0 0-15,0 0-3 0,14 4 2 0,-14-4-10 16,14 4-8-16,-14-4-11 0,19 8-1 15,-8-2-16-15,2 1-4 0,3 2-4 0,0 1-13 16,1 2 0-16,2-1 1 0,-1 3-7 0,2 0-12 16,2 1 10-16,-3 1-6 0,-1-3 2 15,0-1-1-15,0 1 0 0,0-1-11 0,-3 0-1 16,0-1 9-16,-2-3 2 0,-3-1-10 16,3 0 9-16,-5-1 2 0,-8-6 6 0,15 10 13 15,-15-10-6-15,10 6 0 0,-10-6-13 0,0 0 3 16,0 0 6-16,12 5-1 15,-12-5-10-15,0 0 2 0,0 0-8 0,0 0 12 16,0 0 3-16,0 0-4 0,0 0-2 0,0 0-9 16,0 0-3-16,0 0 12 0,0 0-15 15,0 0 15-15,0 0-16 0,-5 8 22 0,5-8-9 16,-11 11 3-16,5-4-12 0,-3 1 20 16,0 2-3-16,0-1-2 0,-6 4-9 0,2-1 13 15,-2 1-16-15,1 2 15 0,-3 0-4 0,2-2 0 16,-2 2-9-16,2 0 0 0,-1-1 4 15,0-1-4-15,2 0 9 0,1-1-4 0,2 0-14 16,-1-3-26-16,2 2-31 0,0-1-47 16,1 0-56-16,1-3-61 0,8-7-273 15,-15 11 155-15,15-11 193 0</inkml:trace>
  <inkml:trace contextRef="#ctx0" brushRef="#br0" timeOffset="-206898.41">21752 4493 365 0,'0'0'226'0,"0"0"-38"0,0 0-38 16,0 0-28-16,0 0-20 0,0 0 2 16,0 0 12-16,0 0-19 0,-4 10-5 15,4-10-10-15,-1 12 8 0,1-2-6 0,0 1-11 0,0 3 12 16,0 0-16-16,-1 6-17 16,0 0 3-16,-1 4-3 0,1 0-9 0,1 3-9 15,-1 1-6-15,-1 0 1 0,1 4-11 0,-1 1 1 16,2-5-1-16,0 0-5 0,0 0-3 15,-2-2-8-15,2-1 8 0,0-1-11 0,2-4 8 16,-2-1-1-16,1-1-1 0,0 0-20 16,-1-5-19-16,1-1-16 0,1-1-59 0,-1-2-110 15,-1-9-416-15,5 10 197 0,-5-10 94 0</inkml:trace>
  <inkml:trace contextRef="#ctx0" brushRef="#br0" timeOffset="-205911.78">21814 4751 378 0,'0'0'182'0,"0"0"-32"16,0 0-16-16,0 0-23 0,0 0-7 0,0 0-3 15,0 0-6-15,0 0-19 0,0 0-9 16,16 2-6-16,-16-2 0 0,15 0-13 0,-15 0-10 15,23-2-2-15,-23 2-10 0,30-3-12 0,-30 3-31 16,33 0-30-16,-15-2-46 0,-2 1-50 16,3-2-56-16,-2 2-176 0,0-1 121 0,-17 2 79 15</inkml:trace>
  <inkml:trace contextRef="#ctx0" brushRef="#br0" timeOffset="-204133.53">21456 4241 365 0,'0'0'147'16,"0"0"-15"-16,0 0-19 0,0 0-17 0,0 0-6 15,0 0-5-15,14 5-3 0,-14-5-6 16,0 0-5-16,0 0-9 0,9 7-7 0,-9-7-1 16,0 0 1-16,13 6-8 0,-13-6-5 0,0 0-4 15,10 7-4-15,-10-7 0 0,0 0 1 16,14 5-1-16,-14-5-1 0,0 0-3 16,13 5 6-16,-13-5 2 0,0 0 3 15,0 0-15-15,15 2 12 0,-15-2-3 0,0 0-3 16,0 0-5-16,0 0-5 0,18 0 2 0,-18 0-14 15,0 0 7-15,14-5 3 0,-14 5-2 16,0 0-2-16,12-6-4 0,-12 6 0 0,0 0 3 16,11-8-18-16,-11 8 13 0,0 0-15 0,12-5 18 15,-12 5-9-15,0 0-1 0,9-6 18 16,-9 6-4-16,0 0 8 0,7-8-23 0,-7 8 17 16,0 0-1-16,4-9-19 0,-4 9 9 15,5-8-5-15,-5 8 6 0,0 0 5 16,6-10 4-16,-6 10-7 0,3-10-3 0,-3 10 0 15,5-11-11-15,-5 11-3 0,4-8 15 16,-4 8-1-16,5-13-2 0,-5 13-15 0,4-11 11 16,-4 11 6-16,6-12 0 0,-6 12-3 0,4-12-12 15,-4 12 14-15,5-10-1 0,-5 10-11 16,5-13 9-16,-5 13 0 0,7-10 0 0,-7 10-9 16,6-11 4-16,-6 11 4 0,10-10-13 0,-10 10 15 15,13-11-2-15,-13 11 1 0,14-8-11 16,-14 8 11-16,14-9-2 0,-14 9-9 0,14-8 13 15,-14 8-5-15,14-5 1 0,-14 5-12 16,12-3 13-16,-12 3-6 0,12-4-26 16,-12 4-6-16,0 0-19 0,13-5-19 0,-13 5-31 15,0 0-40-15,0 0-59 0,0 0-105 16,0 0-174-16,18 3 151 0,-18-3 213 0</inkml:trace>
  <inkml:trace contextRef="#ctx0" brushRef="#br0" timeOffset="-203287.3">21622 4432 304 0,'0'0'182'0,"0"0"-28"16,0 0-19-16,4 8-17 0,-4-8-12 0,0 0-3 15,0 0-7-15,13 6-9 0,-13-6-14 16,0 0-9-16,0 0-9 0,18 2 1 0,-18-2-9 16,0 0-2-16,0 0-7 0,23 0-13 15,-23 0 6-15,0 0 2 0,19-3-7 0,-19 3 1 16,0 0-5-16,16-6 8 0,-16 6-3 0,9-5-3 15,-9 5 3-15,10-8 14 0,-10 8-7 16,8-10-9-16,-8 10 1 0,6-11-2 0,-6 11-25 16,7-12 21-16,-7 12-3 0,6-11-2 0,-6 11-15 15,4-12 20-15,-4 12-8 16,5-13 1-16,-5 13-8 0,1-11-3 0,-1 11 5 16,4-10 10-16,-4 10-3 0,2-11 7 0,-2 11-6 15,2-9 2-15,-2 9 19 0,4-12-10 16,-4 12-3-16,3-10-17 0,-3 10 2 0,8-12 15 15,-8 12-16-15,9-12 16 0,-9 12 0 16,11-11-2-16,-11 11-4 0,16-11-3 0,-8 5-4 16,-8 6-18-16,16-10 18 0,-16 10-2 0,17-9-12 15,-17 9 16-15,16-10-15 0,-16 10 12 16,17-9 2-16,-17 9-5 0,17-8 7 0,-17 8-12 16,16-5 11-16,-16 5-1 0,15-5-15 0,-15 5 10 15,13-4-12-15,-13 4 11 0,0 0 0 16,22-3-1-16,-22 3-10 0,0 0 1 0,15-1-12 15,-15 1-27-15,0 0-13 16,0 0-14-16,22 1-31 0,-22-1-34 0,0 0-49 16,0 0-75-16,14 5-278 0,-14-5 163 0,0 0 168 15</inkml:trace>
  <inkml:trace contextRef="#ctx0" brushRef="#br0" timeOffset="-202565.35">21690 3946 456 0,'0'0'182'0,"0"0"-29"0,0 0-17 0,0 0-11 16,0 0-13-16,0 0-15 0,0 0-14 15,0 0 0-15,0 0-7 0,0 0 0 16,0 0-11-16,0 0 8 0,4-8-2 0,-4 8 12 15,0 0-12-15,0 0 1 0,20-1 10 16,-20 1-8-16,0 0-10 0,22-2-5 0,-22 2 1 16,16-1-15-16,-16 1 3 0,21 0-14 0,-21 0 3 15,23 0-7-15,-23 0-9 0,21 0-4 16,-21 0-4-16,21 0 1 0,-21 0-17 0,20 0 13 16,-20 0-1-16,16 1-12 0,-16-1 5 15,16 3-2-15,-16-3 4 0,0 0 0 0,18 3 0 16,-18-3-5-16,0 0-3 0,16 2 11 0,-16-2 0 15,0 0 1-15,0 0-13 16,17 5-1-16,-17-5 21 0,0 0-13 0,10 6 11 16,-10-6-5-16,0 0 2 0,5 10-3 0,-5-10-9 15,0 0 9-15,4 12 1 0,-4-12-1 16,0 0-4-16,-2 16-5 0,2-16 5 0,-3 11-5 16,3-11 6-16,-6 16 0 0,-1-7 0 0,2-1-22 15,-1 0-15-15,-2 3-5 0,0 0-24 16,-2-1-46-16,3 0-57 0,-1 0-61 0,-2-2-100 15,2-1-223-15,8-7 166 0,-14 12 158 16</inkml:trace>
  <inkml:trace contextRef="#ctx0" brushRef="#br0" timeOffset="-202001.69">22006 4136 402 0,'0'0'220'16,"14"-4"-40"-16,-14 4-27 0,0 0-22 0,19-3-18 15,-19 3-20-15,0 0-21 0,23-2-4 16,-23 2-19-16,0 0-2 0,27-1 1 0,-27 1-6 16,0 0-1-16,26 0-6 0,-26 0-8 15,0 0 1-15,24 0 13 0,-24 0-7 16,0 0 2-16,19 1-20 0,-19-1 8 0,0 0 1 16,0 0 3-16,20 0-11 0,-20 0 1 15,0 0 4-15,0 0-2 0,0 0 12 0,16 5-1 16,-16-5-1-16,0 0-1 0,0 0-11 0,1 11-4 15,-1-11 9-15,0 0-5 0,-4 14-10 16,4-14 2-16,-5 13 7 0,5-13-5 0,-8 15-12 16,4-7 10-16,1 2-4 0,-3-2-10 0,-1 4-19 15,1-1-48-15,-1 0-30 0,-1 0-70 16,2-1-93-16,-1-3-254 0,0 2 159 16,-1 0 183-16</inkml:trace>
  <inkml:trace contextRef="#ctx0" brushRef="#br0" timeOffset="-199806.64">21118 3979 381 0,'0'0'166'16,"-15"13"-30"-16,7-7-15 0,2 0-25 0,-3 0-3 16,3 3-13-16,-1-2-9 0,0 2-16 0,0 0 3 15,-3 1-9-15,2 0-2 0,1 2-7 16,-1-2-2-16,-2 2 2 0,2 0-6 15,-1 1 4-15,-1-1 1 0,1 2-3 0,1 1 2 0,-2-2-14 16,4 0 9-16,-2 1-5 0,1 0 9 16,0 2-11-16,-2-2 5 0,4 2-9 15,-3-1-10-15,3 1 6 0,-1 0-10 16,1-1 5-16,-1 1-2 0,0 2 1 0,1 0-5 16,-1 0-2-16,-2 2 5 0,3-1-2 0,0 0-2 15,1-2 4-15,-1 1 1 0,1-1 4 16,-2 0-1-16,2 1 3 0,2 0-2 0,-2-1-2 15,1-1 9-15,1 3-5 0,-1-1-2 0,1 0 1 16,0-1-4-16,0 1 6 0,-1-1-7 16,2 1-4-16,0-1 4 0,-1 2-19 0,1-3 21 15,1 1-1-15,0 0 3 16,0 0-22-16,0-1 15 0,0 1 13 0,1-3 3 16,-1 3 3-16,3 0-12 0,1-2 12 0,0 1-14 15,-1 0 4-15,3 0 10 0,0 1-11 16,0-1 10-16,3 2-4 0,0-1-4 0,-2-1-3 15,0 3-12-15,3-2 6 0,-1-1-7 0,0 1 11 16,1 1-6-16,-1-1-7 0,3-1 9 16,-1 1 5-16,1-1 9 0,-2 0-11 0,5 1 8 15,-2-2-1-15,2 1-2 0,1-2-1 16,0 1-10-16,1 0 3 0,3-1 5 16,1 2-3-16,0-2-1 0,2 0-8 0,2-1 5 0,0-1 0 15,-1 1-9-15,-2-4-1 16,4 4 1-16,0-4 8 0,1 2 2 0,1-3-1 15,-4 0-10-15,2-1 0 0,-1-2 10 0,2 0-1 16,1 0-1-16,-4-1 0 0,3-2 4 16,1 0 7-16,-2 1 1 0,1-2-7 0,-4-1 11 15,1 0 7-15,3 0 8 0,-2-1 6 0,3 0-3 16,-2-2-12-16,1 1-2 0,-1 0-1 16,-3-2-1-16,-1-1-1 0,2 0 0 0,-1 1 7 15,-1-2 3-15,-2-1-3 0,1 0-1 16,0 0 1-16,-1 0-4 0,1-2-2 0,-2-1-12 15,0 0 1-15,0 1-1 0,2-3-5 16,-2 1 4-16,0-1-6 0,-1-1 7 16,1 1-2-16,0 0-5 0,-2-1 5 0,2 0 1 15,-5-1-2-15,3 1 1 0,-2-1 1 0,0 0 3 16,-2 0-12-16,1-2 5 0,-1-1-4 16,-3 0 6-16,3 0-5 0,-2-2 0 0,-2 1 1 15,3-2-6-15,-1-3 5 0,1-2-4 16,-1 0 0-16,2 1 4 0,-2-2-2 0,1 1-4 15,-2-2-1-15,1 1 2 0,-2 0-3 0,0 0 2 16,0 0-1-16,0 1 3 0,-2 1 2 16,-1 2-4-16,0-1 1 0,-2 0 0 0,1 2 2 15,-1-1-2-15,1-1 1 0,-2 1 1 16,-2 0-4-16,3-1 1 0,-3-1 1 16,2 1-1-16,-3-1 2 0,1 1-1 0,-2-2 0 15,1 0 4-15,-3 1 2 0,2 0-5 0,-3 1 3 16,-1 1 1-16,0 0 0 0,-3-1-6 15,-1 3 2-15,-1-2 1 0,1 3-1 0,-5-2-5 16,-1-1 5-16,-3 1-2 0,1 1 1 16,-2 1 0-16,0 0 2 0,-1 2-4 0,-1-1 1 15,-3 3 2-15,4-2-4 0,-5 5 3 16,1-2 0-16,-3 3-1 0,-1 0 2 0,3 1-1 16,-5 1 0-16,0 3-1 0,-4-1 1 0,0 3 1 15,-1 1-7-15,-2-2 3 0,-2 4-18 16,-4 1-45-16,-7 0-34 0,-5 1-41 15,-2 4-54-15,-2 0-76 0,-14 2-90 0,1 1-337 16,-5 2 225-16,-2-1 42 0</inkml:trace>
  <inkml:trace contextRef="#ctx0" brushRef="#br0" timeOffset="-195362.64">22881 4751 384 0,'0'0'185'15,"0"0"-44"-15,0 0-29 0,0 0-17 16,0 0-17-16,0 0-21 0,0 0-10 0,0 0-8 15,0 0-7-15,0 0-12 16,0 0-1-16,19-1-3 0,-19 1-4 0,0 0 0 16,0 0 0-16,0 0-4 0,0 0-2 0,0 0-4 15,0 0 5-15,0 0-1 0,0 0-6 16,0 0-5-16,0 0 2 0,14-2-6 0,-14 2-5 16,0 0-6-16,0 0-16 0,0 0-10 0,0 0 1 15,0 0 7-15,0 0 7 0,0 0 7 16,0 0 13-16,0 0 10 0,0 0-1 0,0 0 11 15,0 0 9-15,0 0 2 0,0 0 10 16,0 0 3-16,0 0 7 0,0 0 4 16,0 0 4-16,0 0 7 0,7-8 16 0,-7 8 6 15,0 0 3-15,0 0-7 0,0 0 14 16,0 0-11-16,0 0-9 0,0 0 8 0,0 0-9 16,0 0-6-16,0 0 2 0,0 0-17 0,0 0 1 15,0 0-15-15,0 0 5 0,0 0-8 16,0 0-17-16,0 0 7 0,0 0 0 0,0 0 2 15,0 0-20-15,0 0 10 0,0 0 6 16,7-6-18-16,-7 6 14 0,0 0-9 0,0 0 7 16,17-3-13-16,-17 3 11 0,0 0-3 0,19-3 3 15,-19 3 1-15,14-2-17 16,-14 2 16-16,19-3-1 0,-19 3-1 0,19-2-3 16,-19 2-11-16,22-3 12 0,-22 3-11 0,20-1 11 15,-20 1-13-15,22-2-1 0,-22 2 15 16,19-1 3-16,-19 1-4 0,17-1-14 0,-17 1-1 15,15-3 16-15,-15 3-15 0,0 0 10 16,23-1-10-16,-23 1-9 0,0 0 15 0,22-2 0 16,-22 2-2-16,0 0-24 0,19-4 10 0,-19 4-8 15,0 0-13-15,19-4-12 0,-19 4-9 16,0 0-17-16,14-2-36 0,-14 2-39 0,0 0-63 16,0 0-274-16,15-2 153 0,-15 2 204 0</inkml:trace>
  <inkml:trace contextRef="#ctx0" brushRef="#br0" timeOffset="-194210.93">23678 4717 379 0,'0'0'189'15,"-5"7"-40"-15,5-7-33 16,0 0-26-16,0 0-12 0,0 0-15 0,0 0-11 16,0 0-6-16,0 0 1 0,0 0 2 0,-14 4-3 15,14-4 1-15,0 0-3 0,0 0 6 16,0 0 1-16,-14 3-6 0,14-3-7 0,0 0-5 16,0 0 1-16,-15 3 0 0,15-3 5 15,0 0-1-15,0 0 4 0,-18 4 8 0,18-4 0 16,0 0 3-16,0 0-11 0,-19 2 5 0,19-2-3 15,0 0-3-15,0 0-16 0,-17 2 15 16,17-2-5-16,0 0-6 0,0 0-11 0,0 0 9 16,0 0-4-16,-16 1 2 0,16-1-10 15,0 0-13-15,0 0 15 0,0 0-5 16,0 0-14-16,0 0 13 0,0 0-12 0,0 0 5 16,0 0 1-16,0 0 3 0,0 0-6 15,-14 3-4-15,14-3 0 0,0 0 13 0,0 0 3 16,0 0-8-16,0 0 17 0,0 0-2 0,0 0-4 15,0 0 6-15,0 0 0 0,0 0-3 16,0 0-1-16,0 0-4 0,0 0-4 0,0 0-9 16,0 0 8-16,0 0-3 0,0 0-6 0,0 0-3 15,0 0 0-15,0 0 15 16,0 0-16-16,0 0 16 0,0 0-3 0,0 0-5 16,0 0 7-16,0 0 1 0,0 0-4 0,18-1-9 15,-18 1 8-15,16-2-3 0,-16 2 3 16,18-3-10-16,-18 3-2 0,24-2 8 0,-24 2-6 15,26-3 0-15,-26 3-1 0,24-3 4 16,-24 3 7-16,23-4-3 0,-23 4-4 0,23-2 1 16,-23 2-7-16,19-4 9 0,-19 4-7 0,0 0 7 15,19-4-2-15,-19 4-3 0,0 0-2 16,17-2-4-16,-17 2-9 0,0 0-23 0,13-2 0 16,-13 2-22-16,0 0-17 0,0 0-21 15,0 0-23-15,15-5-24 0,-15 5-43 0,0 0-84 16,0 0-248-16,0 0 159 0,0 0 180 0</inkml:trace>
  <inkml:trace contextRef="#ctx0" brushRef="#br0" timeOffset="-192611.9">23201 4500 390 0,'-9'4'249'0,"9"-4"-64"0,0 0-19 15,0 0-26-15,0 0-20 0,0 0-21 0,0 0-10 16,-10 5-14-16,10-5-13 15,0 0-2-15,0 0 9 0,0 0-24 0,0 0-1 16,0 0 6-16,0 0 0 0,0 0-5 16,0 0-7-16,0 0 2 0,18 2-5 0,-18-2 15 15,0 0-11-15,29 0-4 0,-29 0-3 0,29-1-10 16,-12 0 8-16,3 1-5 0,1-2-12 16,2 1 15-16,-1-2-13 0,0 3 1 0,4-2-3 15,-2-1-16-15,2 2 14 0,-7-3-7 0,2 3 2 16,-2 0 1-16,-3-1-3 0,-16 2-13 15,27-3 14-15,-27 3 5 0,24-2-16 0,-24 2 15 16,18-3-15-16,-18 3 17 0,0 0-14 16,21-3-3-16,-21 3 5 0,0 0-5 15,16-5 11-15,-16 5-5 0,0 0-20 0,0 0 0 16,14-3-29-16,-14 3-44 0,0 0-29 16,0 0-48-16,0 0-67 0,0 0-291 0,0 0 160 15,0 0 175-15</inkml:trace>
  <inkml:trace contextRef="#ctx0" brushRef="#br0" timeOffset="-192122.77">23409 4507 320 0,'0'0'219'0,"0"0"-41"0,0 0-37 16,0 0-23-16,0 0-21 0,0 0-14 16,0 0 0-16,0 0-14 0,0 0-14 0,0 0-2 15,0 0 9-15,0 0 9 0,-13-4 3 0,13 4 0 16,0 0-10-16,0 0-5 0,-1-13-2 16,1 13 8-16,0 0 5 0,0-14-11 0,0 14-26 15,0-13 13-15,0 13-4 0,0-15-2 16,0 15-18-16,0-14 12 0,0 14-10 0,-1-20-6 15,1 20-5-15,-4-16-12 0,4 16 15 16,-1-14-7-16,1 14 0 0,-1-13-15 16,1 13-2-16,-3-11 9 0,3 11-12 0,-1-9-31 15,1 9-10-15,0 0-21 0,-3-12-18 0,3 12-20 16,0 0-31-16,0 0-68 0,0 0-302 16,0 0 158-16,0 0 188 0</inkml:trace>
  <inkml:trace contextRef="#ctx0" brushRef="#br0" timeOffset="-190998.22">23172 4007 259 0,'-13'-9'166'0,"13"9"-25"16,-11-6-23-16,11 6-22 0,-13-7-17 0,13 7-11 15,-13-3-13-15,13 3 0 0,0 0 7 0,-23-1 0 16,23 1-6-16,-17 3 2 16,17-3-2-16,-20 6 2 0,20-6 3 0,-23 10-1 15,13-4-8-15,-4 1 1 0,3 0 0 0,0 1-14 16,-3 2 10-16,4-2-5 0,-2 3-9 16,1-2 10-16,2 2-24 0,-2 0 18 0,2 0-16 15,1 3 6-15,-1-3-5 0,0 3 17 16,2-1-5-16,0 2-11 0,-2 0-2 0,3-1 16 15,-2 1 1-15,3 3-6 0,0-1-11 0,-1-2 1 16,0 3-2-16,3-2-17 0,-1 1 8 16,1 1 4-16,1-2-5 0,1 2 1 0,-1 1-16 15,2-2 12-15,0 0 3 0,2 2-4 16,0-1 0-16,1-1 1 0,-1 1 0 16,2 0-1-16,0-1 0 0,2 1-2 0,-2 1 1 15,4 0 0-15,-2-1 0 0,2-1-16 16,-1 1 3-16,1-1 17 0,2 2 1 0,-1-3 0 15,0 1-9-15,1-1 17 0,3 1 7 0,0 0-1 16,0-3-3-16,-1 2-11 0,3 0 7 16,1-2 10-16,-2 1-1 0,5 0-5 0,-3-1-7 15,4 1 4-15,3 0-6 0,-2-1-1 16,1-2 7-16,3 3-3 0,1-3-4 0,-2 1-6 16,3-3-1-16,3 1 5 0,-3-1-4 15,2-1-1-15,0 0-4 0,1-2-2 0,0-1 7 16,1-1-7-16,-4 0 7 0,-1 0-5 15,1-2 2-15,-2 0-7 0,2-2 9 0,-5 0-6 16,0 1 5-16,-1-2 4 0,0 0 0 16,1 0 10-16,-1 0 5 0,0-2-2 0,0 0 0 15,2 2 1-15,-3-3 2 0,4 0 3 0,-4-2 0 16,4 2-2-16,-6-1-2 0,5-2 3 16,0 2 8-16,-4-2-4 0,2-2 1 0,-1 1 5 15,-1-1 3-15,-1-2-4 0,1 2-9 16,-4-3 6-16,2 2-2 0,-2-3-4 0,3 0-10 15,-4-2-2-15,1-1-2 0,0-1-8 0,-4 0 2 16,6-3-4-16,-6 1 6 0,0-1-6 16,0-1-3-16,-3-1 0 0,-3-1 0 15,2 1 1-15,-3-2-6 0,-3 0-3 0,-2 0 9 16,-3-1 2-16,0 0 0 0,-2 0-1 16,-3-1-1-16,0 0 1 0,-5 0 1 0,0 0-3 15,-4 3-4-15,2-1-2 0,-3 0 2 0,-6 0 4 16,2-2 1-16,0 6-2 0,-3-2 4 15,-2 0-2-15,-2 3-5 0,0-1 6 0,-2 2-9 16,2 4 5-16,2 1-5 0,-4 1-14 16,-6 0-16-16,5 2-17 0,-8 0-33 0,-4 2-25 15,2 1-30-15,-5 2-32 0,0 3-51 16,-4-1-71-16,-3 2-136 0,-1 2-187 16,-2-1 192-16,1 2 104 0</inkml:trace>
  <inkml:trace contextRef="#ctx0" brushRef="#br0" timeOffset="-175897.99">26934 4278 201 0,'0'0'110'0,"-16"4"-21"15,16-4-23-15,0 0-5 0,0 0-8 0,-16 4-5 16,16-4-10-16,0 0 0 0,-13 3-14 0,13-3-3 16,0 0-2-16,-14 3-2 0,14-3-7 15,0 0 0-15,-17 6 4 0,17-6-10 0,0 0 8 16,-14 5-6-16,14-5 3 0,-14 4-1 16,14-4 9-16,-10 4-2 0,10-4 6 0,-14 5 8 15,14-5-2-15,-11 3-4 0,11-3-5 0,-12 6 8 16,12-6-1-16,-12 5-2 0,12-5 3 15,-13 6 1-15,13-6 5 0,-13 6-2 16,13-6 2-16,-14 10-2 0,14-10-2 0,-13 8-7 16,13-8 1-16,-14 10-4 0,14-10-5 15,-13 9-1-15,13-9 5 0,-15 11-2 0,15-11-3 16,-11 12 2-16,11-12-2 0,-14 12-2 16,14-12-2-16,-11 12 5 0,11-12-6 0,-9 13 6 15,9-13 2-15,-10 13 3 0,10-13-1 0,-7 14-1 16,7-14 1-16,-7 15-1 0,7-15 4 15,-5 16-1-15,1-9-2 0,4-7 3 0,-4 15-2 16,4-15 3-16,-5 16-5 0,5-16 2 0,-1 16-4 16,1-16-1-16,0 15-2 0,0-15-2 15,0 16-2-15,0-16-1 0,1 15-2 0,-1-15-3 16,5 14 3-16,-5-14 1 16,3 18-4-16,-3-18 3 0,5 17-1 0,-5-17 4 15,5 15-3-15,-2-5-1 0,-1-1-3 0,2 0-1 16,0-1 5-16,-4-8 1 0,10 17 10 15,-6-9-15-15,1-1 7 0,0 2-7 0,2-1-4 16,0 0 5-16,0-1 4 0,0 2 1 0,2-1-5 16,1 2 0-16,-1-1-6 0,0-2 8 15,3 2-3-15,-2 0-3 0,0-3 9 0,4 2-6 16,-2-2-4-16,0 2 1 0,1-2 0 16,-1-1 3-16,2 1-8 0,-2 1 5 0,2-2 2 15,0 0-2-15,0-3-3 0,2 4 6 16,0-2-6-16,-2-2 5 0,4 1-4 15,-2-1-2-15,-16-2 5 0,30 2-4 0,-30-2-2 16,31 0 7-16,-31 0-2 0,30-1 6 0,-12-1 5 16,-4-1-2-16,4 1 1 0,-4-3 18 15,0 2-1-15,0 0 12 0,0-2 3 0,-1 0-3 16,-1-1-9-16,0 0 9 0,-1 2-4 16,0-3-2-16,-1-1-13 0,-1 2 8 0,1-2-14 15,-1 2 3-15,0-2 11 0,0 2-1 0,-1-2 1 16,-1 2 0-16,0-2 19 0,-1 1-4 15,-1 0-12-15,2-1 11 0,-2 0-10 0,1 2 0 16,-6 6 8-16,9-18-1 0,-5 11-6 16,2-3-3-16,-3 1-7 0,-1 1 3 15,2-3 0-15,-1 1-10 0,-1 1 14 0,2-2-5 16,-3 2 1-16,2-1 7 0,-2-1-8 16,1 2 1-16,0-2-2 0,-2-1-3 0,1 2-10 15,2 1 3-15,-3-3-3 0,1 2-4 0,-1 10 7 16,0-21-5-16,0 21 4 0,-4-19-3 15,4 19 1-15,-1-19-3 0,1 19 3 0,-2-20-6 16,0 12-3-16,2 8 8 0,-5-18-4 16,5 18-1-16,-6-17-1 0,6 17 1 0,-7-17 3 15,2 10-11-15,5 7 9 0,-10-15-5 16,4 9 4-16,-1-2-3 0,7 8-2 16,-15-12 7-16,7 5-2 0,8 7 2 0,-15-10-9 15,5 3 4-15,1 3 2 0,-1-2 1 0,-2 2-4 16,2 0-4-16,0-1 9 0,10 5-6 15,-24-7 4-15,12 2 0 0,-1 3 0 0,-1-3-8 16,-2 2 3-16,-1 2-17 0,1-1-31 16,16 2-42-16,-34 0-74 0,14 0-122 0,-2 2-458 15,-2-1 244-15,-3 1 3 0</inkml:trace>
  <inkml:trace contextRef="#ctx0" brushRef="#br0" timeOffset="-173101.65">21618 7644 174 0,'-2'24'131'0,"-1"-1"-30"0,1-4-21 16,0-1 9-16,2-3 22 0,-1-2 34 0,0-1 49 16,-1-2 14-16,2-10-32 0,3 14-13 15,-3-14-11-15,0 0-31 0,0 0-5 0,0 0-19 16,0 0-23-16,21-6-14 0,-14-2-9 16,2-2-4-16,0-2-7 0,1-1-21 0,3-4 2 15,1 2-11-15,0-2 6 0,-1 1 0 0,3 1 13 16,-3 1-4-16,4 0 10 0,-6 4 13 15,2 0 1-15,0 2 0 0,-2 0-13 0,1 2-5 16,-12 6 4-16,20-5-10 0,-20 5 7 16,18 2-6-16,-18-2-5 0,14 7-4 15,-14-7-1-15,14 13-8 0,-9-5-2 0,-1 2 1 16,0 0 0-16,1 5-20 0,-2-3-23 16,1 2-35-16,0 1-48 0,0 1-105 0,1-1-159 15,-1-1-269-15,1 0 205 0,-2-3 79 0</inkml:trace>
  <inkml:trace contextRef="#ctx0" brushRef="#br0" timeOffset="-172161.12">23381 7700 884 0,'0'0'297'0,"0"0"-71"0,0 0-48 16,0 0-26-16,9 4-27 0,-9-4-19 0,0 14-21 16,0-14 2-16,0 20-5 0,3-8-14 15,-3-1-7-15,0 5-10 0,1-2 3 0,0-1 0 16,-1 1-12-16,1-2-1 0,-1 1-1 15,3-3-3-15,-3-10 14 0,1 18 12 0,-1-18 15 16,0 15 7-16,0-15-5 0,4 10-14 16,-4-10-10-16,0 0-6 0,0 0-13 0,0 0-8 15,24-3 1-15,-24 3 18 0,17-11-4 16,-7 3-12-16,0 0 7 0,3-1 6 0,2-2 8 16,-2 1 5-16,1 1-20 0,-1 1 0 0,0 0-7 15,-1 4-5-15,-12 4-8 0,22-5-4 16,-22 5-1-16,21 1-14 0,-21-1 9 0,17 8-3 15,-9 2-18-15,0 0-8 0,-1 2-38 16,1 2-46-16,-3 1-52 0,0 1-68 0,-1 0-138 16,0 2-536-16,1-2 283 0,-3-1-129 15</inkml:trace>
  <inkml:trace contextRef="#ctx0" brushRef="#br0" timeOffset="-171070.84">21686 9833 1230 0,'10'-5'486'0,"-10"5"-89"0,0 0-75 16,0 0-67-16,0 0-60 15,12-4-39-15,-12 4-28 0,0 0-32 0,0 0-7 16,12 4-28-16,-12-4-6 0,9 14-15 0,-5-6 0 16,-1 4-9-16,-1 2-14 0,2 2 15 15,-3 1-6-15,1 3-8 0,0 0-5 0,-1-1-10 16,-1 3 3-16,3-3-6 0,-3 0 9 16,0 0-7-16,0-2 7 0,0-3 5 0,1-2-2 15,-1 1 25-15,0-13 22 0,3 19 16 0,-3-19-4 16,2 12-14-16,-2-12-4 0,0 0-16 15,14 4-12-15,-14-4-2 0,16-8-11 0,-6 2 11 16,0-4-13-16,2 1-2 0,4-4 2 16,2 0-16-16,-1 1 10 0,0-2-7 15,0 4-2-15,2-1-4 0,-3 1 15 0,-1 3-8 16,-2 1 7-16,-1 3-10 0,-12 3 2 16,22-5-7-16,-22 5-12 0,20 5-7 0,-20-5-23 15,18 9-23-15,-18-9-21 0,13 16-40 0,-8-9-52 16,2 5-61-16,0-3-115 0,-1 2-174 15,0 0-243-15,-1-3 254 0,0 2-29 0</inkml:trace>
  <inkml:trace contextRef="#ctx0" brushRef="#br0" timeOffset="-170317.67">23602 10100 865 0,'0'0'325'0,"0"0"-82"0,0 0-51 16,0 0-44-16,0 0-25 0,0 0-23 15,-4 13-27-15,4-13-5 0,0 15-18 0,0-15-12 16,0 18-2-16,1-8-5 0,-1 2-9 16,0-1-6-16,2 1-5 0,-1 0-2 15,-1-12-4-15,1 19 7 0,-1-19-2 0,6 15 11 16,-6-15 3-16,8 10 11 0,-8-10 6 15,0 0-5-15,17 4 6 0,-17-4 4 0,16-7 15 16,-5 3 22-16,1-2 2 0,1-3 21 0,1 0 14 16,1-3 5-16,3 1-2 15,0-1 0-15,2 2-10 0,2-2 5 0,-4 3-26 0,5 1 1 16,-3 2-12-16,2 1-16 0,-1 2-20 16,-2 1 0-16,0 2-9 0,1 2-27 15,-2 0-14-15,-1 2-26 0,-2 4-22 0,4 0-28 16,-2 1-37-16,-5 4-41 0,1-3-71 15,-4 4-130-15,0-1-612 0,-4 0 296 0,-1 0-183 16</inkml:trace>
  <inkml:trace contextRef="#ctx0" brushRef="#br0" timeOffset="-169377.62">21794 12264 1176 0,'8'-8'465'0,"-8"8"-72"0,9-9-45 16,-9 9-57-16,15-4-41 0,-15 4-43 0,0 0-45 16,27 1-27-16,-27-1-25 0,18 9-19 15,-9 2-13-15,0-3-26 0,-3 6-10 0,2-1 1 16,-3 3-11-16,1 1-3 0,-1 2-21 0,-1 2 4 15,0-3-5-15,-3 1 4 0,-1-1-19 16,2 0 9-16,0 1-1 0,-2-5-3 0,0-1 2 16,1-1-1-16,1-1 12 0,-1-1 4 0,-1-10 1 15,3 15-4-15,-3-15-5 16,0 0 11-16,12 4-10 0,-12-4-1 0,16-7 0 16,-5-1 3-16,-1-2 2 0,3-3-13 15,1-2 5-15,0 0-3 0,3 2-1 0,-3-1 9 16,2 2-7-16,-2-1 7 0,2 4-3 0,-5 2-9 15,4 1-2-15,-15 6 0 0,22-6 13 16,-22 6-5-16,19 1-4 0,-19-1-13 0,19 10-1 16,-11-2-21-16,-2-1-28 0,2 4-23 0,-3 0-35 15,1 0-48-15,0 1-43 0,-1 0-92 16,-3-1-134-16,2 0-375 0,-3 0 264 0,3-1-61 16</inkml:trace>
  <inkml:trace contextRef="#ctx0" brushRef="#br0" timeOffset="-168580.57">23678 12264 855 0,'8'-6'561'0,"-8"6"-128"0,0 0-78 16,10-9-79-16,-10 9-53 0,0 0-47 15,0 0-37-15,14-3-25 0,-14 3-24 16,0 0-9-16,8 9-23 0,-8-9-13 0,5 16 2 16,-4-7-19-16,2 2-14 0,-2 1 7 15,2 6-4-15,-2-2-3 0,0 0-9 0,-1 2 5 16,1-2-17-16,-1 0 7 0,2-3-1 0,-1-1-5 16,0 0-1-16,-1-1 3 0,2-1 14 15,-2-10 6-15,2 12 2 0,-2-12-15 0,8 8 10 16,-8-8-2-16,0 0-2 0,16-3 2 0,-16 3-8 15,17-12-1-15,-6 4-2 0,1-4 3 16,2-1-8-16,3-1 7 0,0-1 1 16,0 1-10-16,1 2 14 0,-1 0-2 15,-1 2 5-15,-2 1-9 0,1 3 7 0,-1 2-11 16,-14 4 10-16,25 0-10 0,-25 0-2 0,20 6-13 16,-11 2-20-16,-4 0-25 0,2 4-28 15,-4 0-47-15,2 0-61 0,-5 0-100 0,0 0-126 16,0 0-332-16,-3 0 247 0,0-2-7 15</inkml:trace>
  <inkml:trace contextRef="#ctx0" brushRef="#br0" timeOffset="-165617.14">7176 7353 961 0,'0'0'348'15,"9"-11"-83"-15,-9 11-63 0,0 0-37 0,9-6-16 16,-9 6-24-16,0 0 5 0,7 6-24 16,-7-6-8-16,8 17-4 0,-1-1-7 0,-3 6-4 15,0 3 2-15,0 9 0 0,3 13 7 16,-3 4-5-16,-2 5-6 0,-2 13-5 0,3 6-13 15,-3 1-17-15,-2 3-1 0,1 1-13 16,-3 0-9-16,2 1-12 0,-2-5-17 16,0 4-17-16,-2-5-14 0,2-2-13 0,-1-2-32 15,0-3-28-15,-1-15-28 0,3-3-40 0,-1-5-55 16,0-10-50-16,-1-3-81 0,2-8-278 16,1-5 202-16,-2-2 88 0</inkml:trace>
  <inkml:trace contextRef="#ctx0" brushRef="#br0" timeOffset="-165188.63">7220 7195 506 0,'17'-3'316'16,"4"2"-67"-16,4-4-47 0,8 3-55 16,6-3-27-16,7 1-31 0,6-1-33 0,3 1-28 15,5-3-27-15,14 1-24 0,2 2-20 0,2-3-23 16,2 3-28-16,1 0-26 0,-1-1-35 15,-3 1-69-15,-1 1-85 0,-2-2 93 16,0 1 68-16</inkml:trace>
  <inkml:trace contextRef="#ctx0" brushRef="#br0" timeOffset="-164390.58">9120 7115 662 0,'0'0'219'15,"20"0"-43"-15,-20 0-36 0,0 0-35 0,0 0-21 16,0 0-12-16,0 0-25 0,0 0-8 0,0 0-3 16,0 0-16-16,0 0-4 0,0 0-7 15,0 0 8-15,8-6-5 0,-8 6-5 16,0 0 0-16,0 0 3 0,0 0-1 0,0 0 3 16,0 0 1-16,0 0 7 0,0 0 4 15,5 9 15-15,-5-9 9 0,0 0 6 0,4 13-1 16,-4-13 7-16,4 14-11 0,-4-3 15 15,2 0-1-15,1 6 12 0,-2 2 8 0,-1 6-2 16,0 3 15-16,1 9 0 0,2 8 9 0,-3 5-9 16,5 4-17-16,-1 12-1 0,0 3-17 15,1 3-11-15,2 1-9 0,-3 4-14 0,0-1-3 16,1 0-4-16,-1-1-3 0,4-2 2 16,-2-4 2-16,3-6-5 0,-4-11-6 0,3 0-2 15,1-5 10-15,-3-1 12 0,2-4 8 16,-2-1 17-16,3-9-3 0,-4-1 3 0,2-8-17 15,-2-1 2-15,0-1-9 0,-1-4-12 16,1 0-11-16,-2-3 1 0,1-1-5 0,0 1-4 16,-1-3-11-16,-2 1-5 0,0-1-8 0,2 1 7 15,-2-1 0-15,-1 2 1 0,0-3 5 16,0 2 7-16,0 1 2 0,-1-1 4 0,-2 2 11 16,2-2 7-16,0 4 0 0,-2-5-4 15,1 3 8-15,-1 0 5 0,2-1 13 0,-2-1 5 16,3 1-2-16,-1-1-11 0,1 1-5 0,-1-1 1 15,1 0-6-15,1-1 2 0,-1 0-7 16,1 0-8-16,2-1-7 0,-3-10 0 16,4 18-2-16,-2-9-11 0,-2-9 3 0,4 15 6 15,-4-15 0-15,1 12 1 0,-1-12-3 16,3 9 3-16,-3-9 0 0,0 0 0 0,0 15-5 16,0-15-6-16,0 0 6 0,-4 11-15 0,4-11 0 15,0 0 0-15,-9 11-7 0,9-11-7 16,-10 4-13-16,10-4 6 0,-13 3-5 0,13-3 10 15,-15 4-2-15,15-4 9 0,-27 3 7 16,9 2-1-16,-1-4 12 0,-1 1-1 0,-7 1 4 16,-5-3 20-16,-9 0-6 0,-10 3 0 15,-4-2 15-15,-3 1 5 0,-5-1 5 16,-12 3-9-16,-3-1 19 0,0 3-5 0,0-1 8 16,3 1-6-16,0 1-8 0,3 0 0 0,2 2-15 15,4 1 2-15,10-2-2 0,1-1-9 16,3 2-3-16,-2-2-14 0,4 0-2 0,2-1 0 15,3 0-10-15,8-1 9 0,-1 0-9 0,2-2-21 16,8 1-9-16,4-3-18 0,1 0-8 16,3-1-30-16,20 0-49 0,-31-1-53 0,31 1-99 15,-23-6-111-15,17 0-354 0,-1-3 253 16,3 1-22-16</inkml:trace>
  <inkml:trace contextRef="#ctx0" brushRef="#br0" timeOffset="-163774.82">7533 7799 959 0,'5'-18'366'0,"-5"18"-79"0,5-14-45 16,-5 14-31-16,7-12-34 0,-7 12-30 0,6-10-28 16,-6 10-34-16,9-7-9 0,-9 7-13 15,0 0-3-15,14-2-6 0,-14 2-3 0,12 9-1 16,-5 0-6-16,0 1 2 0,-1 5 3 16,2 2 3-16,-1 3-2 0,0 2 3 0,-1-1 2 15,-1 2-12-15,0 2-1 0,0 0-8 0,-1 0-1 16,-1 0-12-16,-2 0 2 15,-1-1-10-15,0-2-2 0,1-1-14 0,-1-2-12 16,-1-3-24-16,1-1-25 0,0-3-16 0,-1 1-41 16,-2-3-45-16,3-10-89 0,-4 15-157 15,4-15-338-15,0 0 245 0,0 0 0 0</inkml:trace>
  <inkml:trace contextRef="#ctx0" brushRef="#br0" timeOffset="-163535.32">7575 7747 970 0,'0'0'530'15,"2"-11"-96"-15,-2 11-64 0,3-12-62 0,-3 12-32 16,13-16-34-16,-4 7-28 0,1-1-37 0,4 0-24 16,2 1-34-16,0-2-19 0,2 3-32 15,1-2-35-15,-1 3-30 0,1 1-28 0,-1-1-26 16,-1 2-8-16,0 0-22 0,0 1-13 0,1 3-10 15,-18 1-27-15,29-2-22 0,-29 2-29 16,28 3-29-16,-28-3-62 0,26 6-64 0,-26-6-393 16,18 11 239-16,-11-6 17 0</inkml:trace>
  <inkml:trace contextRef="#ctx0" brushRef="#br0" timeOffset="-163341.94">7774 7878 1200 0,'-7'12'458'16,"7"-12"-101"-16,0 0-65 0,-4 10-75 15,4-10-43-15,0 0-34 0,0 0-25 0,10 4-22 16,-10-4-30-16,0 0-29 0,23-1-54 0,-23 1-51 16,20-2-59-16,-20 2-75 15,20 0-67-15,-20 0-82 0,20 0-306 0,-20 0 208 16,18 2 74-16</inkml:trace>
  <inkml:trace contextRef="#ctx0" brushRef="#br0" timeOffset="-162862.88">7767 8096 446 0,'-8'8'273'0,"0"1"-66"16,3-1-35-16,-2 0-31 0,0-1-31 15,7-7-21-15,-9 13-11 0,9-13-1 0,-6 8-10 16,6-8-8-16,-8 8-12 0,8-8-22 0,0 0-21 15,-5 9-16-15,5-9-8 0,0 0-4 16,0 0-8-16,0 0 2 0,0 0 0 16,-1 8 13-16,1-8 19 0,0 0 29 0,0 0 31 15,0 0 27-15,0 0 12 0,0 0 16 16,0 0-6-16,-8 8 24 0,8-8-8 0,0 0 5 16,0 0-12-16,0 0-9 0,0 0-13 15,0 0-11-15,0 0-14 0,0 0-9 0,0 0-6 16,0 0-9-16,0 0-13 0,0 0-6 0,0 0-7 15,0 0-1-15,0 0-4 0,0 0-2 16,0 0-3-16,0 0-3 0,0 0-3 0,0 0-4 16,-5 7 3-16,5-7-2 0,0 0-1 0,0 0 0 15,0 0 4-15,0 0-3 16,0 0-6-16,0 0-2 0,0 0 3 0,0 0 1 16,0 0-2-16,0 0 2 0,0 0-4 0,0 0 0 15,0 0 4-15,0 0 0 0,6 6 6 16,-6-6 6-16,0 0 2 0,0 0 15 0,0 0 12 15,0 0-2-15,18 3 5 0,-18-3 4 16,0 0 4-16,18-5-16 0,-18 5-5 0,18-7 1 16,-18 7-16-16,18-9 1 0,-4 3-10 0,-3 1-25 15,1-1-45-15,2-1-45 0,-3 2-49 16,3-1-35-16,-2-1-64 0,0 2-81 0,-1 2-135 16,-1-1-227-16,-10 4 225 0,19-9 42 0</inkml:trace>
  <inkml:trace contextRef="#ctx0" brushRef="#br0" timeOffset="-162381.72">8175 7788 588 0,'-4'-10'404'16,"4"10"-84"-16,-8-10-61 0,8 10-35 0,-11-7-28 15,11 7-16-15,-18-5-20 0,18 5-27 16,-18 1-8-16,18-1-14 0,-23 4-14 16,23-4-21-16,-20 7-1 0,9-1-15 0,0 1-12 15,2 0-7-15,-1 1-5 0,2 1-10 16,-2 1-7-16,5-1-1 0,0-1-3 0,1 3 2 16,0-2-9-16,-1 2-1 0,4-2-3 0,1-9-1 15,0 16 5-15,0-16-1 0,1 15-6 16,-1-15-1-16,5 10 10 0,-5-10-7 0,7 11 7 15,-7-11 3-15,7 7 6 0,-7-7 4 0,12 4 6 16,-12-4 2-16,0 0-3 0,16 6-10 16,-16-6 1-16,0 0-6 0,19-2-5 0,-19 2 0 15,0 0-1-15,20-4 11 0,-20 4 5 0,0 0-2 16,0 0 3-16,23 1-11 16,-23-1-3-16,0 0 4 0,16 8-4 0,-16-8-1 15,8 10-4-15,-8-10 2 0,2 18-2 16,0-7-4-16,-4 1 1 0,1 1-2 0,-2 1 11 15,-2 2-4-15,0 0-7 0,-1-2 3 0,-2-1-1 16,1 0 1-16,-3 0-2 0,-1-1-15 16,2 0-13-16,-3-3-16 0,0 0-24 0,-1-2-35 15,-1-3-59-15,14-4-76 0,-24 5-120 0,24-5-490 16,-23-2 272-16,23 2-88 0</inkml:trace>
  <inkml:trace contextRef="#ctx0" brushRef="#br0" timeOffset="-162087.42">8159 7903 1341 0,'0'0'613'16,"0"0"-76"-16,15-2-105 0,-15 2-65 16,0 0-48-16,16-5-39 0,-16 5-46 0,14-3-37 15,-14 3-49-15,0 0-28 0,22-2-29 0,-22 2-17 16,15 5-9-16,-15-5-15 15,17 11-8-15,-10-5-2 0,2 5-12 0,-1 0-2 16,0 4 2-16,1 2-12 0,-2 2 8 0,0 3-11 16,-1 1 0-16,-2 1 1 0,0 2-1 15,-2 0-3-15,3-1-2 0,-2 0-6 0,-1 0-1 16,0-6 0-16,0-1-18 0,-2-1-14 0,3-4-31 16,-2 0-41-16,-1-3-44 0,0-10-50 15,-1 15-64-15,1-15-105 0,0 0-127 0,0 0-591 16,0 0 326-16,0 0-269 0</inkml:trace>
  <inkml:trace contextRef="#ctx0" brushRef="#br0" timeOffset="-161781.55">8318 7806 1331 0,'1'-9'472'0,"-1"9"-85"16,9-16-81-16,1 9-49 0,-1-1-39 15,0-1-31-15,6 1-37 0,-2 1-36 0,2 1-17 16,1 0-22-16,-1 1-28 0,-1 2-31 0,-14 3-23 16,28 0 5-16,-28 0-5 0,27 6 1 15,-16-1 0-15,2 4 4 0,-5-1 6 0,-2 3 4 16,-1 2-1-16,0-1-7 0,-2 1-2 0,-5-1 11 16,1 4 7-16,-5 0-2 0,0-2 17 15,-2 3-2-15,-6-3 7 0,1 2-9 16,0-2 5-16,-3-3-11 0,-2 2-5 0,0-3-6 15,-1-1-5-15,-2-2-22 0,4-3-41 16,-2-1-30-16,2-2-45 0,-2-2-50 0,2-2-85 16,2 0-120-16,2-3-479 0,-1-4 276 0,5 1-105 15</inkml:trace>
  <inkml:trace contextRef="#ctx0" brushRef="#br0" timeOffset="-161130.53">7917 8520 1156 0,'0'0'456'0,"-5"-9"-88"0,5 9-62 0,0 0-63 16,-1-14-34-16,1 14-27 0,5-10-29 15,-5 10-18-15,11-12-20 0,-2 5-18 16,3-1-14-16,-1 2-20 0,2 1-10 0,1 0-21 15,-1-1-4-15,-13 6-24 0,23-4 2 16,-23 4-6-16,20 1 5 0,-20-1-9 0,19 8-3 16,-19-8 15-16,13 13-13 0,-9-3-2 0,-3 0 5 15,2 2-1-15,-3 0-3 0,-3 1-2 16,1 3 10-16,-2-1-7 0,0-1 2 16,-4 2 2-16,3-1 1 0,-5-1 5 0,1-1 4 0,1-1 8 15,-2 0 16-15,1-3 18 0,4-1 12 16,-1 0-1-16,6-8-4 0,-13 11-10 15,13-11-16-15,0 0-14 0,0 0-6 0,0 0-31 16,0 0-14-16,0 0-19 0,0 0-1 16,9-14-4-16,0 8 10 0,-9 6 19 0,23-12 3 15,-9 9 18-15,0 0-7 0,-14 3 11 16,24-1-4-16,-24 1 5 0,23 3-2 0,-23-3 5 16,19 9 9-16,-14-1 10 0,-1 1 9 0,-1 1 6 15,-3 4-6-15,-3 0 12 0,-2 2 8 16,-1 2-1-16,-3 0 4 0,0 0 8 0,-1 0-14 15,-3-2-13-15,1 0 2 0,2-1-7 16,-3 0-6-16,3-3-9 0,-1-2 1 16,1 1-30-16,-1-4-32 0,1-1-49 0,0 0-46 0,10-6-54 15,-17 3-69-15,17-3-70 0,0 0-128 16,-20-6-389-16,20 6 273 0,-9-13-94 16</inkml:trace>
  <inkml:trace contextRef="#ctx0" brushRef="#br0" timeOffset="-160740.7">8208 8572 1373 0,'6'-9'606'0,"2"2"-122"0,0-2-125 16,3-1-67-16,-1-1-60 0,2 1-42 0,3-3-48 15,-1 2-24-15,0 1-19 0,0 0-34 16,0 1-6-16,0 2-10 0,0 0-10 0,-1 2-2 15,-13 5-10-15,23-6-9 0,-23 6-8 0,21 0 4 16,-21 0-2-16,19 11 2 0,-10-3-1 16,-1 5-9-16,0 1 16 0,-3 2-1 0,0 3-9 15,-1 1 9-15,0 3-13 0,-3 0 8 16,-1 0-8-16,-1 1 13 0,-3 1-15 0,-1 0 16 16,-3 2-8-16,-1-2 7 0,-1-2 15 15,3-4 9-15,-2 0 19 0,0-2 7 0,1-4 17 0,2-1 5 16,-1 0-5-16,2-4-10 15,5-8-12-15,-9 12-8 0,9-12-11 0,0 0-10 16,-5 9-10-16,5-9-7 0,0 0-8 0,0 0-11 16,22-6-28-16,-12 2-31 0,8-2-34 15,0 1-3-15,6-1-13 0,5 1-52 0,5-3-62 16,0 1-101-16,2 1-127 0,1 0-219 16,-2 0-270-16,1-1 292 0,-1-2-159 0</inkml:trace>
  <inkml:trace contextRef="#ctx0" brushRef="#br0" timeOffset="-159667.14">9407 7878 509 0,'0'8'314'0,"0"-8"-52"0,0 0-39 15,0 0-23-15,0 0-23 0,0 0-14 0,18 5-17 16,-18-5-20-16,20-1-22 0,-3-1-17 16,5 2-17-16,7-2-10 0,4-2-9 0,4 3-13 15,13-5-3-15,1 3-9 0,4-1-3 0,1 1-12 16,1 1-3-16,3-4-5 0,3 3-3 16,8-2-16-16,2 0 7 0,-14 1-3 0,-1 0-1 15,-2-1 0-15,-1 1-8 0,-1 1 1 0,-7-3-16 16,-8 4-22-16,-3-3-23 0,-5 2-19 15,-7 1-17-15,-2-1-11 0,-3 2-22 0,-4-2-16 16,0-2-23-16,-15 5-72 16,23-6-136-16,-23 6 131 0,18-6 82 0</inkml:trace>
  <inkml:trace contextRef="#ctx0" brushRef="#br0" timeOffset="-158945.33">10651 7764 497 0,'0'0'326'0,"0"0"-52"0,0 0-42 0,0 0-41 16,0 0-36-16,0 0-21 0,0 0-11 0,-18-3-3 16,18 3-17-16,0 0 1 0,0-14-7 15,0 14-12-15,0-11 3 0,0 11-11 0,0-14-5 16,0 14-1-16,-1-19-11 0,-1 8 4 16,2-2 3-16,-1 2-2 0,0-4-2 0,-2-2 0 15,2 2 9-15,-2-3-7 0,1 1-7 16,-1-2-3-16,1 1-4 0,-1-4-2 15,1 1-9-15,-1 0-9 0,1 0 0 0,-1-1-13 16,2 4-2-16,-2-2 2 0,2 2-10 0,-2 1 5 16,2 1-8-16,0 1 2 0,-1 1-3 15,1 1-1-15,0 1-6 0,-2-1 1 0,3 13 9 16,-1-20-9-16,1 20 5 0,-3-17-5 0,3 17 5 16,-2-14-9-16,2 14 12 0,-1-13-10 15,1 13 2-15,-1-11 7 0,1 11-10 16,-2-8 10-16,2 8-13 0,0 0 17 0,-1-12-15 15,1 12 6-15,0 0 2 0,-1-13-5 0,1 13 12 16,0 0-12-16,-2-9 8 0,2 9-6 16,0 0-2-16,-1-10 8 0,1 10-4 15,0 0 6-15,0 0-2 0,1-12 4 0,-1 12 1 16,0 0-11-16,3-11 1 0,-3 11-5 0,9-8 18 16,-9 8-12-16,10-6-5 0,-10 6 10 15,20-7-13-15,-4 3 14 0,2 2-11 0,2-1 5 16,7 0-1-16,6 0 0 0,3-1 9 0,3 1-10 15,10 0 3-15,3-1-2 0,2 2-1 16,-1-1-7-16,5-3-9 0,-1 3 2 0,-1-2-12 16,3 1 1-16,-3 0-5 0,-4-1-1 15,3 0 3-15,-7 0-8 0,-9 1-8 16,-5-1 3-16,-4 1 2 0,-5 1-6 0,-5 0-13 16,-3 0-11-16,-17 3-30 0,23-6-29 15,-23 6-46-15,13-5-43 0,-13 5-19 0,0 0 3 16,0 0-3-16,0 0 1 0,-7-8-32 0,7 8-166 15,0 0 140-15,-16-4 249 0</inkml:trace>
  <inkml:trace contextRef="#ctx0" brushRef="#br0" timeOffset="-158642.82">11559 6951 443 0,'0'-13'323'15,"0"13"-35"-15,0 0-26 0,1-13-42 16,-1 13-1-16,0 0-12 0,2-11-18 0,-2 11-4 0,0 0-36 15,0 0-14-15,1-11-21 16,-1 11-25-16,0 0-13 0,0 0-13 0,0 0-8 16,6-9-4-16,-6 9 4 0,0 0 8 0,0 0 6 15,0 0 6-15,22 3-11 0,-22-3 5 16,20 3-18-16,-20-3 2 0,26 6-18 0,-12-3 4 16,1 2-9-16,1 0-11 0,-1-1 2 0,0 2-4 15,-1 1-9-15,-1-1 0 0,1-1 0 16,-4 3-9-16,-1-2-1 0,-4 0 8 0,-5-6-16 15,9 15 7-15,-9-15-27 0,1 17-19 16,-5-9-17-16,2 2-30 0,-4 0-27 0,-1 1-21 16,-2 0-31-16,1 0-45 0,-2 0-62 15,1 2-73-15,0-5-343 0,-1 3 225 16,3-1 43-16</inkml:trace>
  <inkml:trace contextRef="#ctx0" brushRef="#br0" timeOffset="-155695.77">12110 6747 1126 0,'0'0'419'0,"0"0"-60"16,4-11-42-16,-4 11-58 0,0 0-48 15,0 0-42-15,0 0-41 0,0 0-21 0,0 0-27 16,0 0-10-16,0 0-10 0,0 0-11 0,0 16-14 16,0-7-2-16,-3 4-9 0,3 1-9 15,-1 2 6-15,1 3-1 0,1 1-10 0,-1 4 1 16,2 1-2-16,-4 0-4 0,4 2-6 0,-1-2-6 16,-1 0-1-16,0-1-5 0,1 0-14 15,-1-5-11-15,0-1-17 0,0-1-18 0,0-4-40 16,0 0-44-16,-1-1-78 0,1-12-128 15,-4 16-413-15,4-16 253 0,0 0-24 0</inkml:trace>
  <inkml:trace contextRef="#ctx0" brushRef="#br0" timeOffset="-155303.6">12129 6767 1177 0,'-5'-14'409'0,"5"14"-70"0,-4-12-49 0,4 12-59 16,-2-16-48-16,5 8-34 0,1-2-34 15,4 0-22-15,0-1-18 0,3 1-19 16,1 0-13-16,3-2-13 0,3 3-6 0,0-1-8 16,-2 3-7-16,3-1-9 0,-2 2 3 15,1 2-8-15,-3 1-3 0,-15 3 3 0,26-1-2 16,-26 1 4-16,25 4 1 0,-16 3 4 15,1 1-4-15,-1 2 1 0,-1 2 2 0,-3 2 3 16,1 3 4-16,-2-1 4 0,-3 1 2 16,2 0 8-16,-4 1 0 0,-1-3 14 0,0 3 10 15,-1-3-2-15,-3 1 3 0,0-2-2 0,-1 0 0 16,-2 1-7-16,-2-5-12 0,-1 2 2 0,-2-3-15 16,2-1 2-16,-4 1-2 0,1-3-3 15,-3-2-7-15,1 1-24 0,1-4-30 16,-1 1-26-16,17-2-41 0,-28-2-40 0,28 2-48 15,-25-3-63-15,25 3-63 0,-22-5-98 16,22 5-213-16,-11-8 202 0,11 8 85 0</inkml:trace>
  <inkml:trace contextRef="#ctx0" brushRef="#br0" timeOffset="-154599.82">12290 6939 727 0,'0'0'468'0,"0"0"-105"0,0 0-52 0,0 0-42 16,10 5-48-16,-10-5-61 15,0 0-33-15,0 0-22 0,0 0-20 0,10 9-21 16,-10-9-7-16,4 8-12 0,-4-8-4 0,5 13 5 16,-1-5-4-16,1 2-12 0,-2 1 2 15,2-1-10-15,0 4-1 0,0 0-4 0,-2 0 5 16,0-1-9-16,3 0 6 0,-3-3 0 0,4 2-7 15,-4-4 2-15,3 1-8 0,-6-9 2 16,9 14 2-16,-9-14-1 0,12 10-13 0,-12-10-17 16,0 0-14-16,21 0-9 0,-21 0 2 15,18-9 7-15,-8 2-2 0,1-5-9 16,-2 2 6-16,1-3 3 0,-1 1 8 0,1-1 9 16,-2 4 3-16,0-3 14 0,-2 3 5 15,2 2 0-15,-8 7 1 0,8-13-2 0,-8 13 8 16,5-7-7-16,-5 7 1 0,0 0 8 0,0 0 4 15,0 0 3-15,0 0-1 0,10 10 6 16,-10-10-5-16,5 9 0 0,-5-9 1 0,5 11 1 16,-5-11 4-16,8 12-2 0,-8-12-2 0,7 10-1 15,-7-10-7-15,13 9-2 0,-13-9-7 16,17 2 0-16,-17-2-26 0,19-2-17 0,-9-3-45 16,0 1 2-16,2-4 9 0,-2-1-8 15,1-1 17-15,1-1-1 0,-3 0 21 0,1-3 11 16,-4 0 10-16,1 3 27 0,-3-3 27 15,-1 3 16-15,0 2 10 0,-2-1-9 16,-1 10-5-16,-1-15 2 0,1 15-10 0,-4-12-2 16,4 12-1-16,-8-7-1 0,8 7 5 0,0 0-3 15,0 0 2-15,-16 3-3 0,16-3-5 16,0 0 5-16,-5 13 2 0,5-13-3 0,-1 13 8 16,1-13-5-16,3 16-1 0,1-7 6 0,1 0-6 15,2 0-5-15,-1 0-1 0,-1-1 3 16,5 3-14-16,-1-1 0 0,-1 0-9 0,0 1 4 15,-1-3-4-15,0 0-3 0,-1 4-1 16,-1-2 3-16,-1 1-5 0,-1 0 8 16,-2 0-7-16,-1 0-1 0,-3 1 7 0,2 0-8 15,-4 1-1-15,-2-1 0 0,1-1-17 16,0 0-19-16,-3 0-14 0,2-4-27 0,1 0-33 16,-2 0-29-16,8-7-49 0,-14 7-100 0,14-7-139 15,0 0-294-15,-15-3 237 0,15 3 23 16</inkml:trace>
  <inkml:trace contextRef="#ctx0" brushRef="#br0" timeOffset="-154153.88">12911 6700 1260 0,'4'-8'468'0,"-4"8"-87"0,10-14-66 0,-10 14-67 15,5-11-47-15,-5 11-35 0,5-8-30 16,-5 8-26-16,0 0-18 0,0 0-6 0,0 0 5 15,14 2-15-15,-14-2 5 0,9 17-4 0,-5-6 1 16,0 3-15-16,-1 0 1 0,-1 5 1 16,2-1-5-16,-3 1-7 0,3 4 0 0,1-1-11 15,-4 2 0-15,3 0 20 0,-3 2-16 16,2-2-12-16,1 1-7 0,-3-3-5 0,0 1-6 16,2-4-2-16,-2 0-3 0,2-5 2 15,-2 0-10-15,0-3 7 0,3 0 12 16,-4 0-3-16,0-11-9 0,4 14 7 0,-4-14-18 15,0 0 11-15,0 0-11 0,0 0 9 0,17-3 0 16,-17 3-5-16,12-12-11 0,-4 2-20 16,0 1-14-16,-1-2 10 0,3 3-7 0,1-2 4 15,-1 2-5-15,1 1 15 0,2 0 2 0,0 2 1 16,-13 5-1-16,20-5 1 0,-20 5 3 16,0 0-5-16,27 2 8 0,-27-2 3 0,10 11 0 15,-2-4 14-15,-8-7-14 0,6 18 14 16,-2-7-2-16,-3-1-6 0,2 1 9 0,-3 1-13 15,0 1-19-15,0-2-14 0,0 1-29 0,0 0-29 16,-3-4-38-16,3-8-33 0,-2 17-47 16,2-17-95-16,-4 13-135 0,4-13-390 15,0 0 271-15,-5 9-83 0</inkml:trace>
  <inkml:trace contextRef="#ctx0" brushRef="#br0" timeOffset="-153669.18">13541 6593 1218 0,'0'-12'488'0,"0"12"-87"0,0 0-85 0,0 0-56 16,1-12-42-16,-1 12-33 0,0 0-11 0,0 0-27 16,13 7-25-16,-8 1-18 0,3 1-23 15,-3 7-7-15,3 1-13 0,-3 4-14 0,0 2-22 16,-1 2 13-16,0 2-17 0,-2 4 1 16,-1 1-9-16,-1 1 0 0,-1 2 1 0,1 0 15 15,-2-1-13-15,-2-1-10 0,0-6-25 0,3-3-18 16,-3-1-10-16,0-5-12 0,1-2-17 15,1-1-30-15,-2-5-47 0,0-2-62 0,4-8-91 16,-7 8-87-16,7-8-453 0,0 0 272 16,-8-7-87-16</inkml:trace>
  <inkml:trace contextRef="#ctx0" brushRef="#br0" timeOffset="-153203.02">13582 6728 920 0,'3'-15'376'16,"-1"4"-66"-16,1-3-33 0,2 1-25 15,1-1-28-15,-1 3-40 0,4-1-20 0,0 0-18 16,5 0-19-16,0 1-20 0,3 0-9 0,-1 3-23 16,4 0-17-16,0 0-13 0,-5 4-12 15,3-1-5-15,-1 3-16 0,-17 2-3 0,25 0-14 16,-25 0-6-16,24 6 0 0,-24-6 0 16,17 12 2-16,-11-3 1 0,-2 2 0 15,-1 3 4-15,-5 0 4 0,-1 5-3 0,-4 2-2 16,1 0 2-16,-2 0 8 0,-2 3-2 15,-4-1 2-15,1-1 4 0,-2-2 4 0,2-3 0 16,2 0 7-16,-2-4 14 0,4-1-1 0,0-2 15 16,0-1 6-16,3 0 12 0,6-9-2 15,-12 11-17-15,12-11-11 0,0 0-13 0,0 0-1 16,0 0-8-16,0 0 2 0,0 0-6 0,17-6-14 16,-17 6-8-16,27-7 1 0,-11 4 3 15,2 2 3-15,4-1-6 0,-2 2 10 16,1 3-5-16,-1-1 0 0,4 4-2 0,-5 2 8 15,-1 0 4-15,-1 3-10 0,-2 0 12 16,-6 3-2-16,-1-2-12 0,-3 3 9 0,-4 1-7 16,-1-1 35-16,-5 2-16 0,-1-1 18 15,-5 1 4-15,0 0-10 0,-3 0-1 0,-3-3-4 16,-1 1 2-16,-1-4-7 0,0 0-11 0,-4-2 14 16,0 0-13-16,1-5-22 0,0 1-23 15,0-4-51-15,4 1-64 0,0-5-71 0,-1 0-125 16,5-3-126-16,1-1-377 0,3-1 274 0,1-2-94 15</inkml:trace>
  <inkml:trace contextRef="#ctx0" brushRef="#br0" timeOffset="-152668.52">13960 6885 651 0,'0'0'346'0,"0"0"-30"16,10-9-47-16,-10 9-11 0,0 0-20 0,7-9-28 0,-7 9-35 16,0 0-28-16,9-4-15 15,-9 4-15-15,0 0-11 0,0 0-3 0,0 0-6 16,13 4-2-16,-13-4-1 0,5 12-3 0,-4-2-13 15,2 1 5-15,-3 0-14 0,4 4-23 16,-3 1 3-16,-1 3 9 0,3 0-19 0,-1 0-13 16,2 3-1-16,1-1-8 0,2-2-3 0,-1 1 2 15,0-2-5-15,2-4 4 0,1-2-9 16,-1-2-1-16,-1-1-18 0,2-3-31 16,-9-6-12-16,21 6-23 0,-21-6-26 0,24-3-22 0,-13-3-15 15,6-3 8-15,-3-1 6 16,4-5 9-16,-3 1 19 0,3-7 17 0,-3-1 16 15,2 2 23-15,-6 1 28 0,1 1 37 0,-5 3 18 16,1 1 7-16,-3 1 1 0,-1 3-13 16,1 2-2-16,-5 8-1 0,1-10 8 0,-1 10 3 15,0 0 12-15,0 0 7 0,0 0-3 16,-11 12 0-16,7-3 4 0,-1 1 1 0,2 2-2 16,2 2-2-16,-3 2-23 0,3-1-9 0,1 2-3 15,0-2 2-15,0-1-4 0,1 1-7 16,3-2-12-16,-1-1-4 0,2 0-2 15,1 1 12-15,6-3-55 0,-1-1-82 0,-2-5-92 16,-9-4-98-16,23 2-100 0,-23-2-397 16,28-6 264-16,-15-3-62 0</inkml:trace>
  <inkml:trace contextRef="#ctx0" brushRef="#br0" timeOffset="-152382.62">14625 6673 1341 0,'0'-17'521'0,"0"0"-62"0,2 3-61 15,-2 2-34-15,0 0-15 0,0 1-18 0,0 0-33 16,0 11-40-16,0-15-56 0,0 15-39 16,1-14-37-16,-1 14-22 0,0 0-18 15,5-7-15-15,-5 7-12 0,9 6-12 0,-4 4-5 16,0 0-6-16,-1 6-5 0,1 6-2 16,-2 0-4-16,-2 6-3 0,0 1-2 0,-1 4-2 15,-1 4-3-15,0 9 2 0,-2 2 7 16,2 0 0-16,-2 1-2 0,2 0-4 0,1-2-3 15,-1-2-4-15,1-8-6 0,0-3 0 0,-1-7-13 16,-1-3-16-16,2-5-13 0,0-3-18 16,0-3-34-16,0-13-58 0,0 16-66 0,0-16-63 15,0 0-75-15,0 0-100 0,0 0-150 0,0-18-429 16,-1 4 307-16,-2-1-227 0</inkml:trace>
  <inkml:trace contextRef="#ctx0" brushRef="#br0" timeOffset="-152206.31">14438 6922 953 0,'0'0'491'0,"-11"-5"-100"0,11 5-58 0,0 0-56 15,0 0-34-15,-8-6-25 0,8 6-23 0,0 0-27 16,12-4-29-16,-12 4-27 0,20-3-30 16,-20 3-30-16,28-3-50 0,-12 0-64 0,2 2-63 15,4-2-71-15,-2 1-85 0,1 1-87 0,3-2-111 16,0-1-199-16,-2 2 216 0,-3-1 58 15</inkml:trace>
  <inkml:trace contextRef="#ctx0" brushRef="#br0" timeOffset="-151718.96">14743 6698 638 0,'-3'-12'401'0,"3"12"-42"0,-1-13-49 15,1 13-38-15,0-12-26 0,0 12-42 0,0 0-35 16,1-14-13-16,-1 14-15 0,5-6-8 16,-5 6-10-16,9-7-22 0,-9 7-2 0,0 0-21 15,18-3 3-15,-18 3-12 0,14 5 6 16,-14-5-3-16,15 15-13 0,-7-3 4 0,-1 1 7 15,0 5-5-15,-2 2 5 0,2 2 0 16,-4 2-4-16,0 1 2 0,-2 3 19 16,1 0-25-16,-2 7-10 0,-2-2-9 0,1 2-12 15,-2-1 1-15,2-2-10 0,0-6-6 0,-3 1-15 16,0-4-27-16,3-2-23 0,0-3-44 16,-2-1-31-16,2-3-36 0,-2-3-55 0,2 0-94 15,1-11-163-15,-6 10-514 0,6-10 299 0,0 0-195 16</inkml:trace>
  <inkml:trace contextRef="#ctx0" brushRef="#br0" timeOffset="-151186.73">14740 6959 1117 0,'-5'-9'511'15,"5"9"-87"-15,0 0-60 0,-2-11-59 0,2 11-57 16,0 0-36-16,2-11-46 0,-2 11-47 15,6-9-32-15,-6 9-62 0,12-8-48 0,-12 8-51 16,18-8-47-16,-18 8-38 0,19-6-37 16,-6 3-33-16,-13 3-23 0,24-5 6 0,-24 5 19 15,24-5 47-15,-24 5 41 0,23-2 54 0,-23 2 51 16,19-4 53-16,-19 4 51 16,16 0 50-16,-16 0 23 0,0 0 30 0,17-3 24 15,-17 3 2-15,0 0-9 0,15-3-10 0,-15 3-2 16,0 0-16-16,0 0-17 0,15-3-28 15,-15 3-21-15,0 0-20 0,0 0-19 0,0 0 1 16,14 3-21-16,-14-3 3 0,5 7 2 0,-5-7-6 16,5 13-16-16,0-2 7 0,-4-3-9 15,5 3-3-15,-4 3 3 0,3-2 19 0,-1 4-14 16,3-1-4-16,-1-2-9 0,0 0-2 16,1 0 6-16,-1-1-10 0,0-2 10 15,4-1-10-15,-2-2 6 0,2 0 0 0,3-3-9 16,-13-4-6-16,19 2-5 0,-19-2 1 15,25-4-31-15,-12-1 11 0,-1-3 0 0,1-2-10 16,1-2 11-16,-3-2-1 0,1-2 10 0,-2 0 0 16,-2-1 15-16,-2-2 6 0,0 5-14 15,-3-3 4-15,-2 4 11 0,-2 1 2 0,-3-1-12 16,-5 1 3-16,2 4 6 0,-4-1-13 16,-3 2 12-16,3 4 4 0,11 3-13 0,-26-2 4 15,26 2-22-15,-29 5-36 0,16 2-28 0,-1-3-34 16,4 3-22-16,0-1-23 0,1 0-43 15,1 0-83-15,8-6-82 0,-10 13-385 0,10-13 248 16,-6 8-12-16</inkml:trace>
  <inkml:trace contextRef="#ctx0" brushRef="#br0" timeOffset="-150783.42">15267 6788 1245 0,'0'0'535'0,"15"-10"-108"0,-15 10-92 15,18-7-55-15,-18 7-46 0,18-4-37 0,-18 4-43 16,0 0-24-16,26 2-21 0,-26-2-16 0,16 10-14 16,-8-4-10-16,1 5 5 0,-2 2 1 15,4 1-5-15,-1 3-18 0,0 2 27 0,-1-2-24 16,-1 2-9-16,-2 0 0 0,4-1-12 16,-5-2-13-16,0-1 0 0,2 1-15 15,-6-4 3-15,3-1-7 0,-1-2 4 0,-3-9 2 16,2 18 4-16,-2-18 0 0,0 11-12 15,0-11 14-15,0 0-8 0,0 0-1 0,0 0 5 16,0 0 6-16,0 0-15 0,0 0 11 0,0-11 2 16,5 3-14-16,0-3 5 0,3 0-5 15,2-6 5-15,3 2-1 0,0-1-9 0,2 1 2 16,0 1 4-16,3 1-6 0,0-1 0 0,1 3 7 16,0 3 1-16,-3 1-13 0,0 1 6 15,-1 3-7-15,3 2 8 0,-18 1-7 0,27 0 7 16,-14 4 9-16,0 0-16 0,-1 4-8 15,0-1-7-15,-1 3-24 0,-3 1-34 16,0-1-52-16,-5-1-69 0,1 1-70 0,-1 0-85 16,-3-10-114-16,-3 19-446 0,1-10 286 0,2-9-144 15</inkml:trace>
  <inkml:trace contextRef="#ctx0" brushRef="#br0" timeOffset="-148618.82">10685 7779 502 0,'0'0'222'16,"0"0"-33"-16,0 0-12 0,4-9-8 0,-4 9-7 15,0 0-13-15,0 0-15 0,6-9-2 16,-6 9-1-16,0 0-6 0,0 0-5 0,0 0-5 15,4-8-12-15,-4 8-7 0,0 0 0 0,0 0-2 16,0 0-23-16,8-8-9 0,-8 8-4 16,0 0-17-16,0 0-9 0,0 0-5 0,0 0-8 15,0 0 1-15,0 0-5 0,0 0-3 16,0 0 4-16,9 9 9 0,-9-9-7 0,2 13 4 16,-2-13 1-16,3 19-3 0,-2-6 12 15,-1 1-8-15,0 3 15 0,0 2 0 16,0 0 3-16,0 1-1 0,-1-1-1 0,1 3-8 15,0 1-4-15,0-1 0 0,0-2-5 0,-1 0 2 16,1-2-10-16,-2 1-4 0,2-2 5 16,0-2-5-16,0-1 5 0,-1-1-13 0,2-2 4 15,1-1-1-15,-2-10-1 0,0 16-1 0,0-16 6 16,1 14 1-16,-1-14-6 16,0 13 9-16,0-13 7 0,0 10-14 0,0-10 20 15,0 0-3-15,0 13-14 0,0-13 9 0,0 0-6 16,0 0 4-16,0 12-4 0,0-12-6 15,0 0-8-15,0 0 6 0,3 10-8 0,-3-10 2 16,0 0 7-16,12 3-13 0,-12-3-2 16,0 0-4-16,26 0-14 0,-26 0 3 0,28-2-4 15,-9 1 9-15,1-1-7 0,6 1 5 0,3-4 3 16,8 3 11-16,1-1 15 0,10-2-6 16,0 1-3-16,3 1 0 0,-1-3-4 0,0 2 11 15,-2-1-3-15,3 1-9 0,-4-3-7 0,-2 2-14 16,-7-1 2-16,-2 2-14 0,-2-2 2 15,-8 2 13-15,-2-1-3 0,-3-1 10 0,-5 3 2 16,2-1 12-16,-8 1-10 0,-10 3 9 16,18-7-9-16,-18 7-8 0,9-5-14 15,-9 5-22-15,0 0-23 0,0 0-35 0,0 0-37 16,0 0-65-16,0 0-70 0,-4-10-88 16,4 10-288-16,0 0 209 0,0 0 73 0</inkml:trace>
  <inkml:trace contextRef="#ctx0" brushRef="#br0" timeOffset="-148278.77">11622 8017 958 0,'-3'-10'414'0,"3"10"-61"0,0 0-40 15,-3-10-31-15,3 10-40 0,0 0-24 0,-1-11-40 16,1 11-25-16,0 0-20 0,0 0-17 15,8-8-23-15,-8 8 0 0,0 0-15 0,19-3-10 16,-19 3-13-16,19-1-8 0,-19 1-9 0,23 1-3 16,-23-1-8-16,28 3-7 0,-11 0-8 15,-2 1-1-15,0-1-3 0,-1 2 7 0,2 1-4 16,-4 1 0-16,1 1-7 0,-4 2-4 0,0-1 0 16,-3 2 6-16,1 2-1 0,-4 1 9 15,0-2-3-15,-3 2 6 0,-1 2-9 16,-3-1 0-16,-1 0 0 0,1-1-6 15,-1 1 7-15,0-2 0 0,0 3-6 0,-2-4-26 16,1 1-38-16,0-2-33 0,-1 1-54 0,2-1-70 16,0-1-114-16,0 0-200 0,-3-2-312 15,3-1 271-15,5-7-87 0</inkml:trace>
  <inkml:trace contextRef="#ctx0" brushRef="#br0" timeOffset="-147489.66">12379 7789 1094 0,'1'-11'399'15,"-1"11"-68"-15,0 0-40 0,2-15-34 0,-2 15-48 16,0 0-33-16,1-9-35 0,-1 9-10 16,0 0-9-16,0 0-10 0,0 0 10 0,0 0-12 15,15 7 5-15,-15-7-9 0,12 17-16 16,-7-4-3-16,0 1-14 0,0 3 1 0,1 4-7 16,-2-1-28-16,0 5 17 0,0 0-9 0,-3 1-17 15,2 3 3-15,-3-2-2 0,0 0-4 16,0 1-14-16,1-3-2 0,-2 0 5 0,1-1-7 15,0-5-10-15,0 1 3 0,0-2 3 0,0-4-1 16,0 0-14-16,0-1-12 16,1-2-20-16,-1 0-9 0,0-11-12 0,1 14-13 15,-1-14-2-15,2 10 1 0,-2-10 9 0,0 0 6 16,0 0 11-16,0 0 11 0,4 8 15 16,-4-8 25-16,0 0 12 0,0 0 19 0,0 0 13 15,0 0 1-15,0 0 10 0,0 0 9 0,0 0 0 16,0 0 3-16,0 0-5 0,0 0-20 15,0 0-12-15,0 0 1 0,17-4 6 0,-17 4-4 16,12-3-3-16,-12 3-18 0,20-7 9 16,-20 7-13-16,28-9-13 0,-11 5-6 0,2-2-43 15,4 0-32-15,-4 0-59 0,4 0-44 16,-3 0-49-16,2 1-53 0,-4 0-61 16,1 2-57-16,-2-2-434 0,-1 3 272 0,-16 2-86 15</inkml:trace>
  <inkml:trace contextRef="#ctx0" brushRef="#br0" timeOffset="-147122.85">12877 7856 809 0,'4'-15'505'16,"-4"15"-79"-16,2-10-41 0,-2 10-31 0,0 0-44 16,4-13-21-16,-4 13-32 0,0 0-27 15,5-8-33-15,-5 8-13 0,0 0-11 0,9-6-21 16,-9 6-13-16,0 0-20 0,0 0-22 0,20 4-17 16,-20-4-8-16,14 14-11 0,-6-5-9 15,2 4 3-15,-1 3-9 0,-1 3-7 0,1 2-10 16,-2 1 1-16,0 6-3 0,-1 0-10 15,-2 2 0-15,0 0-6 0,-3-2-3 16,4-1 1-16,-5-2-7 0,1 0-23 0,-1-5-15 16,0-1-32-16,2-1-35 0,-2-4-27 15,0-2-27-15,0 1-21 0,0-2-55 0,0-11-98 16,-7 13-135-16,7-13-146 0,0 0-283 0,-9 6 282 16,9-6-124-16</inkml:trace>
  <inkml:trace contextRef="#ctx0" brushRef="#br0" timeOffset="-146905.24">12976 7954 987 0,'0'0'548'0,"0"-15"-97"15,0 15-64-15,-1-14-60 0,1 14-34 0,3-12-23 16,-3 12-18-16,7-16-28 0,-2 9-20 16,3-1-9-16,2 0-29 0,3-3-36 15,1 4-26-15,4-3-20 0,1 2-14 0,4-2-23 16,0 3-22-16,1-3-50 0,-1 5-50 0,1 1-47 15,-1-4-28-15,-3 6-45 0,0-2-20 16,-1 2-16-16,-4-1-25 0,-15 3-53 0,28 3-59 16,-28-3-52-16,22 6-342 0,-22-6 250 0,11 11-11 15</inkml:trace>
  <inkml:trace contextRef="#ctx0" brushRef="#br0" timeOffset="-146722.89">13146 8010 946 0,'0'0'338'0,"0"0"-74"0,0 0-29 0,0 0-36 15,0 0-35-15,5-10-30 0,-5 10-36 16,9-6-22-16,-9 6-25 0,16-8-24 0,-16 8-33 16,18-10-48-16,-18 10-79 0,21-4-105 0,-21 4-120 15,20-3-186-15,-20 3 164 0,0 0 162 16</inkml:trace>
  <inkml:trace contextRef="#ctx0" brushRef="#br0" timeOffset="-146507.61">13120 8269 949 0,'-6'9'536'0,"-2"-2"-111"0,8-7-68 0,-11 12-51 15,11-12-41-15,-9 9-34 0,9-9-48 16,0 0-44-16,-7 7-23 0,7-7-24 0,0 0-36 15,0 0-14-15,18-2-21 0,-18 2-28 0,27-6-22 16,-9 2-6-16,0 2 12 0,6-3 1 16,3 2 1-16,1 0-6 0,1-2-40 0,-1 3-52 15,3-1-63-15,-2 0-108 0,-1 0-115 16,-2-1-384-16,1 0 257 0,-3 0-37 16</inkml:trace>
  <inkml:trace contextRef="#ctx0" brushRef="#br0" timeOffset="-146158.81">13546 7986 1206 0,'-2'-14'438'0,"2"14"-56"0,-2-15-36 16,2 15-49-16,0-10-39 0,0 10-29 15,2-13-2-15,-2 13-30 0,1-10-16 0,-1 10-26 16,5-9-29-16,-5 9-20 0,5-8-8 16,-5 8-23-16,0 0-12 0,13-3-12 0,-13 3-11 15,9 6 9-15,-9-6-9 0,10 16 0 0,-6-4-2 16,1 1-4-16,0 4-13 0,0 3 3 16,-1 2-6-16,-1 1 1 0,-1 2-2 0,-2 0-12 15,0 1 4-15,2-1 2 0,-4 0-10 0,2-5 7 16,0 2-2-16,0-4-14 0,0-1-40 15,0-3-46-15,0-1-23 0,0-2-17 0,0-11-30 16,-1 14-58-16,1-14-86 0,0 0-118 16,-5 9-99-16,5-9-347 0,0 0 278 15,-4-9-108-15</inkml:trace>
  <inkml:trace contextRef="#ctx0" brushRef="#br0" timeOffset="-145846.07">13587 7897 1414 0,'0'-9'516'0,"0"9"-88"15,3-10-93-15,-3 10-67 0,10-9-40 0,-10 9-37 16,17-9-32-16,-4 6-35 0,3-1-21 16,0 0-28-16,2 4-10 0,3-2-19 15,0 2 2-15,1 0-12 0,4 3-10 0,0 1-7 16,5 3 4-16,-3 4-14 0,0 1 13 15,3 7-12-15,-7-2-4 0,-4 4 2 0,2 5-7 16,-7-2 6-16,-2 1 0 0,-5-3-2 0,-4 1-10 16,-6 4 13-16,-3 1-5 0,-5 0 2 15,-7 4-17-15,-1-2-10 0,-3-3-11 0,-5-2-9 16,1-2-21-16,-1-5-12 0,-2-4-13 0,0-2-46 16,-5-1-46-16,0-4-54 0,1-1-77 15,1-4-66-15,3 0-450 0,3-4 268 16,1 0-73-16</inkml:trace>
  <inkml:trace contextRef="#ctx0" brushRef="#br0" timeOffset="-142234.77">9509 9057 421 0,'0'0'297'0,"-19"1"-66"16,19-1-44-16,0 0-39 0,0 0-25 16,-22 2-20-16,22-2-24 0,0 0-10 0,0 0-16 15,0 0-18-15,0 0 1 0,-14-4 0 16,14 4 1-16,0 0-2 0,0 0-1 16,0 0 5-16,0 0 11 0,0 0 2 0,0 0 11 15,0 0 5-15,0 0 19 0,0 0 5 16,0 0 0-16,-5-7 1 0,5 7 4 0,0 0-10 15,0 0-15-15,0 0-6 0,0 0-11 0,0 0-2 16,0 0-11-16,0 0-6 0,0 0 1 16,0 0-11-16,0 0-3 0,0 0 6 0,0 0 0 15,0 0 6-15,0 0-7 0,19 5-1 16,-19-5-5-16,35 1-5 0,-14-1-6 0,9 0-1 16,2 0 0-16,7-1-9 0,3 0-6 0,7-1-6 15,0 1-6-15,1 0 2 0,0-1-10 16,-8 2-2-16,-1-1 2 0,-3 1-6 15,-6-1 2-15,-4 1 11 0,0 0 4 0,-5 0-4 16,-5 0 2-16,1-1-1 0,-19 1 2 16,28 0 2-16,-28 0-3 0,23 0 5 0,-23 0 2 15,0 0-3-15,21 2 8 0,-21-2-2 0,0 0-4 16,0 0 2-16,19 3 3 0,-19-3 7 16,0 0-2-16,0 0 0 0,0 0-4 0,16 2 6 15,-16-2-2-15,0 0-3 0,0 0 2 16,0 0 0-16,0 0 6 0,0 0-6 0,19-1 4 15,-19 1 3-15,0 0-4 0,0 0 2 0,17-4-1 16,-17 4 8-16,0 0-7 16,0 0 4-16,13-3 6 0,-13 3 3 0,0 0 1 15,0 0 10-15,0 0 0 0,14-4 3 0,-14 4 3 16,0 0-5-16,0 0-2 0,0 0 2 16,0 0-11-16,0 0-5 0,0 0-5 0,0 0 2 15,0 0-4-15,14-2 0 0,-14 2-2 0,0 0-3 16,0 0 1-16,0 0 0 0,0 0 0 15,0 0 7-15,10 6-3 0,-10-6 11 0,0 0 13 16,6 12 7-16,-6-12 8 0,4 13 12 16,-4-13-1-16,4 20 17 0,-3-7 4 0,2 4 13 15,-2 0 8-15,-1 2-17 0,3 5 5 16,-2-1-16-16,-1 2-18 0,1 2 3 16,-1 2-7-16,3 4-10 0,-2 1-9 0,2-3 0 15,-1 1-6-15,2-6-2 0,-3 2-5 0,2-3 9 16,-1-3-10-16,1-3 2 0,-2 0 7 15,0-2-3-15,1-4 16 0,-1-1 8 0,0-1 19 16,1-2-2-16,-2-9-4 0,2 16-9 0,-2-16-8 16,5 9-9-16,-5-9-11 0,0 0-3 15,14 5-8-15,-14-5-14 0,0 0-17 0,23 0 1 16,-23 0 0-16,18-4-2 0,-18 4 2 16,27-3 7-16,-11 2-1 0,2 1 10 15,4-2-4-15,6 1-2 0,0 1-6 0,3-1 8 16,4 1 9-16,4 0-15 0,-1-1 3 15,3 0-22-15,-2 0-19 0,1-1-24 0,-2 0-16 16,-1 0-19-16,0-1 0 0,-9-1 6 0,0 2 9 16,-3-1 14-16,-2-1 2 0,-3 2-2 15,-5-2-6-15,0 0-13 0,-15 4-9 0,22-6-21 16,-22 6-30-16,9-5-21 0,-9 5-44 0,0 0-66 16,0 0-49-16,-1-11-387 0,1 11 238 15,-8-6 20-15</inkml:trace>
  <inkml:trace contextRef="#ctx0" brushRef="#br0" timeOffset="-141934.69">11097 9496 919 0,'0'0'492'16,"8"-11"-95"-16,-8 11-53 0,0 0-53 15,6-9-59-15,-6 9-31 0,0 0-38 0,13-7-20 16,-13 7-15-16,0 0-4 0,19-1-11 0,-19 1 15 15,17 0-30-15,-17 0-12 0,20 4-11 16,-20-4-12-16,23 6-3 0,-10-2-16 0,1 2 0 16,-4 3 16-16,3 0 14 0,1 2 8 15,-3 0-24-15,3 3-11 0,-1-2-5 16,-4 2-12-16,1-1-10 0,-3 0 0 0,-1-1-3 16,-3 1-5-16,-1-1-8 0,-2 1-14 15,-2-1-22-15,-2 1-20 0,-3 0-32 0,0 1-45 16,-2-1-49-16,-4 0-40 0,1-3-47 0,1 1-47 15,1 0-76-15,0-3-102 0,1 0-287 16,9-8 253-16,-13 8-27 0</inkml:trace>
  <inkml:trace contextRef="#ctx0" brushRef="#br0" timeOffset="-141097.26">12077 9306 1065 0,'5'-9'415'0,"0"2"-62"0,-5 7-46 0,13-15-40 16,-9 7-42-16,1 0-14 0,-5 8-26 0,8-15-31 15,-8 15-28-15,4-13-20 0,-4 13-20 16,0-13-8-16,0 13-17 0,-4-11-13 0,4 11-14 15,-11-6-6-15,11 6 4 0,-19 0-8 0,19 0-2 16,-27 9 5-16,12-1 7 0,-5 3 6 16,3 3 3-16,-5 0-1 0,3 5 2 0,0 2-15 15,0 1-6-15,2-1-12 0,2 2 5 16,2 0-4-16,2-3 5 0,1-2-3 0,2 1-5 16,1-5-9-16,2 1 0 0,0-2 4 0,3-2 17 15,-1 0 11-15,3-11-6 16,0 13-3-16,0-13 5 0,7 9-17 0,-7-9 2 15,12 3 0-15,-12-3 4 0,17 0-12 0,-17 0-4 16,24-6 8-16,-9 0 1 0,1-1-8 16,0 1-4-16,1 0 4 0,1 1-5 0,-3 0 0 15,4 1 5-15,0-1 5 0,-2 4 1 16,2-1-4-16,-1 2 18 0,-18 0-4 0,32 3 0 16,-14 0-2-16,-3 3 8 0,0 2 1 0,1-1-9 15,-1 5 10-15,-2-1-14 0,-2 0 11 16,-2 2 3-16,-2 1-10 0,-2-1 10 0,-3 0 2 15,2 0-1-15,-4 0-7 0,-5-1 1 16,1 1 2-16,-2-1 4 0,-2 0-10 16,-3-1 10-16,-1 0-9 0,-1-2-3 0,-1-1-6 15,0 0-1-15,-4-2-8 0,4-1-43 0,-2-2-41 16,-1 0-50-16,17-3-49 0,-28 0-42 16,28 0-37-16,-28-4-36 0,17 0-71 0,2-2-120 15,2 0-403-15,1-2 281 0,6 8-124 0</inkml:trace>
  <inkml:trace contextRef="#ctx0" brushRef="#br0" timeOffset="-140662.86">12185 9624 1456 0,'0'0'493'0,"25"0"-83"0,-25 0-80 15,0 0-44-15,28 0-75 0,-28 0-32 0,23-2-40 16,-23 2-32-16,24-1-30 0,-24 1-39 15,25-2-23-15,-25 2-16 0,28 0-2 0,-28 0-3 16,31-2-9-16,-31 2 13 0,29-2-9 16,-12 0 10-16,-1 1-1 0,1-3-2 0,-2 1-6 15,2-2 6-15,-2 0 2 0,-1-1-3 0,0-1-5 16,-1 0 10-16,-3-3-3 16,3 2 9-16,-4-3-4 0,-1 2-6 0,-1-2 18 0,-2 0 1 15,-2 2-3-15,-3-1 3 0,0 10 10 16,-4-17 0-16,4 17-6 0,-10-14 0 15,10 14-6-15,-15-9 7 0,15 9 4 0,-21-5 15 16,21 5 0-16,-24 5 8 0,11 1 10 0,-1 0 6 16,0 2 1-16,0 4-10 0,0 3 0 15,3 1-9-15,-2-1-2 0,4 2-18 0,0 1 10 16,2 0-17-16,1-1 0 0,4 0-11 16,-1-2-4-16,3-1 2 0,0 1-5 0,4-1-4 15,1 0-16-15,0-3-14 0,3 1-12 0,1-2-24 16,2-2-29-16,-1-2-25 0,1-2-32 15,-11-4-28-15,23 6-37 0,-23-6-23 16,25-1-62-16,-12-5-44 0,2 0-45 0,-1 0-312 0,1-6 229 16,0 0 34-16</inkml:trace>
  <inkml:trace contextRef="#ctx0" brushRef="#br0" timeOffset="-140410.93">12681 9583 1239 0,'6'-7'362'0,"-6"7"-29"0,5-13-25 15,-5 13-44-15,5-12-29 0,-5 12-9 0,2-9-19 16,-2 9-14-16,3-10 13 0,-3 10-29 15,0 0-16-15,6-10-9 0,-6 10-13 0,0 0-12 16,9-7-18-16,-9 7-9 0,0 0-12 0,14-3-14 16,-14 3-8-16,0 0-15 0,19 5-4 15,-19-5-5-15,12 9-12 0,-12-9 4 0,11 13-6 16,-6-3-3-16,-1 1-4 0,0 0 2 16,-1 3-3-16,-1 1-6 0,1 2-2 15,-2-2 4-15,1 2-11 0,0 0 0 0,-1-1-2 16,-1 1-6-16,3-3-19 0,-2-1-39 0,0-1-55 15,0 0-32-15,1-3-20 0,-2-9-28 16,2 16-52-16,-2-16-64 0,0 0-90 0,4 9-95 16,-4-9-434-16,0 0 289 0,0 0-153 15</inkml:trace>
  <inkml:trace contextRef="#ctx0" brushRef="#br0" timeOffset="-140057.65">12772 9520 1102 0,'-4'-8'385'0,"4"8"-64"0,-5-9-46 0,5 9-35 16,0 0-59-16,-4-10-37 0,4 10-31 0,0 0-21 15,9-11-16-15,-9 11-12 0,12-8-13 16,-12 8-9-16,19-8-7 0,-8 5-16 0,2-1 3 16,2 1-10-16,2 0 2 0,0 0-6 15,-2 2 2-15,3-1-5 0,-18 2-2 0,30-1 2 16,-30 1-5-16,32 0-10 0,-32 0-5 0,28 3-4 15,-28-3 11-15,27 2-1 0,-27-2-1 16,23 6 11-16,-23-6-3 0,15 11 13 16,-15-11 18-16,12 14 6 0,-7-6 13 0,-1 2 15 15,-2-1 0-15,1 3 2 0,-3-1-4 16,-1 3-19-16,-1 0-2 0,2 0-3 0,-1 2-5 16,-2 1-7-16,3 0 19 0,0-4-12 0,3 3-27 15,-2-1 5-15,2-1-26 0,-2-2-40 16,2 0-36-16,-1-3-44 0,-2-9-48 0,8 16-37 15,-8-16-98-15,7 7-127 0,-7-7-292 16,0 0 242-16,0 0 12 0</inkml:trace>
  <inkml:trace contextRef="#ctx0" brushRef="#br0" timeOffset="-139689.6">13221 9519 1455 0,'-1'-13'491'0,"1"13"-76"0,0 0-76 16,0-11-37-16,0 11-55 0,0 0-33 16,4-8-28-16,-4 8-39 0,0 0-9 0,12-8-57 15,-12 8-2-15,0 0-30 0,23-3 2 16,-23 3-20-16,17 5-6 0,-17-5 1 0,19 7-3 16,-19-7-15-16,15 12-2 0,-6-3 6 0,0 1-1 15,-2 2 11-15,-1 0 9 16,0 1-17-16,1 2 12 0,-2 0-4 0,0-1-1 15,-1 0-4-15,1 1 6 0,-3-3 5 0,1-2 5 16,2 0 7-16,-2-2 12 0,-3-8 15 16,5 15 14-16,-5-15-12 0,7 9-7 0,-7-9-13 15,0 0-12-15,0 0-9 0,22-5-7 0,-22 5-10 16,14-13-23-16,-4 3-15 0,2-5-36 16,-2-2-29-16,1-1-37 0,2-3-33 0,0-3-20 15,2 0-20-15,-2 0-34 0,1 1-2 16,-4 3-16-16,-1 1 5 0,1 3-31 0,-1 4-59 15,-1 1-113-15,1 0-236 0,-3 4 220 0,-6 7 52 16</inkml:trace>
  <inkml:trace contextRef="#ctx0" brushRef="#br0" timeOffset="-139254.8">13651 9466 920 0,'0'0'460'0,"0"0"-80"15,6 9-68-15,-6-9-38 0,0 0-58 0,13 4-29 16,-13-4-36-16,0 0-40 0,14 5-21 16,-14-5-11-16,13 4-18 0,-13-4-8 0,10 6-16 15,-10-6-9-15,14 6-9 0,-14-6 1 16,12 6-9-16,-12-6 3 0,11 4-10 16,-11-4 6-16,15 5-7 0,-15-5-5 0,13 3-1 0,-13-3-9 15,0 0-1-15,23-1-3 0,-23 1 8 16,19-5-3-16,-19 5-2 0,14-11 4 15,-2 5 8-15,-5-1-8 0,1 0 2 0,0 0 11 16,-2-2 10-16,2 1 13 0,-8 8-1 0,9-14-3 16,-9 14 3-16,6-11-1 0,-6 11-10 15,0 0 2-15,0 0 8 0,-4-10 13 0,4 10 1 16,0 0 15-16,-15 6 6 0,6 0 3 16,1 0 13-16,-1 3 6 0,-1 4 18 0,1 0-17 15,-1 0-9-15,0 5-2 0,2-2-5 0,2 0-14 16,-1-1-7-16,1 2 3 15,2 0 9-15,3 0 10 0,2 1-13 0,3-2-6 16,1 1-9-16,1-1-10 0,5 0-35 0,0-3-23 16,2-1-67-16,1-3-42 0,1-2-65 15,2-1-48-15,1-3-47 0,1-3-74 0,-1-2-101 16,2-1-450-16,-2-4 288 0,2-2-146 16</inkml:trace>
  <inkml:trace contextRef="#ctx0" brushRef="#br0" timeOffset="-138975.96">14114 9529 959 0,'0'0'458'0,"-4"-17"-92"0,4 17-50 16,-4-13-45-16,4 13-48 0,-4-11-20 0,4 11-17 16,-2-10-11-16,2 10-13 15,0 0 5-15,-4-13-3 0,4 13-17 0,0 0-15 16,0 0 0-16,3-11-18 0,-3 11 8 0,0 0-22 16,0 0-23-16,0 0-10 0,0 0-2 15,18 2-3-15,-18-2 0 0,7 7 2 0,-7-7-6 16,5 11 6-16,-5-11-16 0,5 17-6 0,-2-7-4 15,-3 1-7-15,1 3-9 0,-1-2-8 16,-1 1 1-16,0 4-5 0,-1-2-4 0,0-1 2 16,-1 2-6-16,-1-1-16 0,2-2-19 15,-3-1-23-15,2 0-29 0,1-3-8 0,2-9-34 16,-5 19-25-16,5-19-34 0,-4 10-55 16,4-10-66-16,0 0-51 0,-7 7-72 15,7-7-59-15,0 0-326 0,0 0 264 0,-5-13-63 16</inkml:trace>
  <inkml:trace contextRef="#ctx0" brushRef="#br0" timeOffset="-138642.7">14068 9472 1142 0,'-4'-9'426'16,"4"9"-76"-16,0 0-34 0,-6-12-52 0,6 12-28 16,0 0-12-16,0 0-17 0,2-10-26 15,-2 10-30-15,0 0-25 0,14-7-23 0,-14 7-33 16,18-5-20-16,-18 5-21 0,22-5-24 15,-22 5-12-15,29-6-19 0,-11 3 8 16,-2 1 1-16,1-1 7 0,0-1-1 0,1 2 11 16,-2 1 11-16,-16 1 4 0,26-4-8 0,-26 4 13 15,23-2-2-15,-23 2 7 0,0 0 23 16,24 2 12-16,-24-2-5 0,10 2 5 0,-10-2 3 16,9 9-2-16,-9-9-14 0,4 11 0 15,-4-11-15-15,3 14 3 0,-3-14-2 0,1 18-8 16,-1-8-9-16,0 2 5 0,0-2-10 0,0 2 0 15,0 0-4-15,-1-1 6 16,1 0-17-16,0 0-24 0,0-2-25 0,1 3-10 16,1-1-63-16,1-2-64 0,1 0-82 0,-4-9-56 15,8 15-80-15,-8-15-550 0,12 8 294 16,-12-8-173-16</inkml:trace>
  <inkml:trace contextRef="#ctx0" brushRef="#br0" timeOffset="-138041.32">14719 9132 882 0,'0'0'470'0,"-4"-11"-84"15,4 11-53-15,0 0-39 0,-3-10-34 16,3 10-18-16,0 0-20 0,0 0-22 0,-5-10 0 15,5 10-24-15,0 0-40 0,0 0-29 16,0 0-23-16,0 0-15 0,0 0 10 16,0 0-16-16,0 0 2 0,1 13-3 0,-1-1-16 15,2 3 5-15,-1 3 3 0,0 5-17 0,-1 5 3 16,1 5-13-16,2 2 5 0,-3 2-20 16,1 8 4-16,-1 0-6 0,2 0-3 0,-4-7-4 15,2 0-3-15,2-1-6 0,-4-3-33 16,4-1-12-16,-2-6-25 0,1-2-33 0,-1-3-44 15,0-2-33-15,0-3-23 0,0-2-13 0,0-3-45 16,-1-2-97-16,1-10-117 0,-3 11-311 16,3-11 258-16,0 0-41 0</inkml:trace>
  <inkml:trace contextRef="#ctx0" brushRef="#br0" timeOffset="-137759.65">14747 9604 1180 0,'0'0'526'0,"0"-14"-89"0,0 14-66 16,1-12-54-16,-1 12-11 0,5-16-55 16,0 7-45-16,5 0-37 0,-1-3-36 0,3 4-35 15,0-1-23-15,1 1-19 0,1 1-14 0,3 1-27 16,-3 0-24-16,3 0-22 0,-1 5-19 16,-16 1 10-16,23-2-9 0,-23 2 19 0,23 6 5 15,-14 0 8-15,1 2 2 0,-4 2 7 16,2 1 5-16,-4 1-5 0,0 3-1 15,1 0 2-15,-3 1 4 0,1-1-12 0,-3 0-27 16,0 1-23-16,0-2-24 0,0-1-30 16,-1 1-32-16,-1-3-27 0,2 1-29 0,0-12-36 15,-1 16-30-15,1-16-38 0,0 11-79 0,0-11-170 16,0 0 168-16,0 0 150 0</inkml:trace>
  <inkml:trace contextRef="#ctx0" brushRef="#br0" timeOffset="-137398.76">15090 9575 800 0,'0'0'509'0,"9"-13"-93"16,-9 13-71-16,6-11-67 16,-6 11-65-16,0 0-42 0,6-7-28 0,-6 7-17 15,0 0-9-15,0 0-20 0,0 0-20 0,0 10-7 16,0-10-5-16,-1 14 2 0,1-14-2 16,0 19-2-16,-1-10-15 0,1 3 3 0,0-1-9 15,1 0 4-15,-1 0-18 0,1-2 3 0,2 2 20 16,1-1-15-16,0-1 4 0,1 1 10 15,1-3-17-15,3 0-15 0,-9-7-22 0,18 8-3 16,-18-8-5-16,19 3-1 16,-19-3-7-16,23-5-10 0,-13 2-12 0,3-5 19 15,-2 0-3-15,1-2 13 0,-3-2 1 0,2-2 1 16,-3 0 1-16,0-2 9 0,-2 2 12 16,-1-1 5-16,-4 4-1 0,-1-2 3 0,-1 3 0 15,-4-1-2-15,0 2-3 0,-1-1 2 0,-2 4-19 16,-1 1 8-16,9 5-3 0,-23-3 0 15,23 3 11-15,-23 1-28 0,23-1-15 0,-21 7-28 16,10-1-19-16,2 0-35 0,3 1-37 16,-3-1-46-16,9-6-46 0,-9 12-88 0,9-12-88 15,-4 8-337-15,4-8 247 0,0 0-3 0</inkml:trace>
  <inkml:trace contextRef="#ctx0" brushRef="#br0" timeOffset="-136958.55">15378 9487 835 0,'10'-9'587'0,"-1"3"-106"0,-1-1-69 16,-8 7-73-16,15-11-60 0,-15 11-61 0,10-8-55 16,-10 8-22-16,0 0-42 0,0 0-12 15,0 0-25-15,0 0-7 0,0 0-5 0,0 0-8 16,-1 11-17-16,1-11-2 0,-6 18 1 16,2-11-14-16,0 4 1 0,-1-1 5 0,1-1-7 15,-1 1-4-15,5-10-14 0,-4 17 2 0,4-17 1 16,-2 12 1-16,2-12 5 0,-2 13-11 15,2-13-6-15,7 6-13 0,-7-6 4 0,0 0 2 16,0 0 5-16,19-1 3 0,-19 1-4 16,15-7 3-16,-7 1 12 0,2-1 7 15,3-2 6-15,-1 0 7 0,0-1 7 0,2-1 6 16,0 1 3-16,-1 1-12 0,0 0-3 16,-2 3 3-16,2-1-8 0,2 4 2 0,-15 3-3 15,20-3-12-15,-20 3 2 0,17 5 2 0,-17-5 8 16,15 10 1-16,-7 0 0 0,-3 1 11 15,-1 2 11-15,1 1 6 0,0 0 9 0,-1 2 13 16,-3 0-4-16,2 0-4 0,-3-1-1 0,-1 1-13 16,-2 0-7-16,0-2-14 0,-3-1-8 15,1-1 11-15,-3 1-18 0,-1-4-3 16,-2-1-7-16,0 0-9 0,-3-2-24 0,-1-2-36 16,15-4-30-16,-28 4-38 0,28-4-38 15,-28-4-58-15,13 0-54 0,-2-2-76 0,3-3-57 16,0-1-386-16,2-2 264 0,0-1-61 15</inkml:trace>
  <inkml:trace contextRef="#ctx0" brushRef="#br0" timeOffset="-136658.86">15701 9337 1197 0,'10'-9'590'0,"-1"-1"-94"15,4 0-75-15,-2 1-51 0,1-1-43 0,-1 0-48 16,2 2-34-16,1 0-36 15,-4-1-28-15,1 1-30 0,1 2-34 0,1 0-27 16,-13 6-11-16,20-8-22 0,-20 8-11 0,21-1-12 16,-21 1-3-16,20 6-5 0,-10 1-6 15,0 2-1-15,1 3 0 0,-1 4 7 0,-1 2 20 16,-3 1 11-16,1 1 2 0,0 3-4 0,-2 0-2 16,-1-1-8-16,-1 2-9 0,-1 1-5 15,1 1-6-15,-3-1-8 0,0 1-4 0,0-2-4 16,-3 1-26-16,2-1-24 0,0-4-32 15,-2-2-42-15,3-1-50 0,-1-3-53 16,0-1 0-16,-2-1-25 0,3-4-52 0,0-8-60 16,-4 14-108-16,4-14-559 0,0 0 308 15,0 0-222-15</inkml:trace>
  <inkml:trace contextRef="#ctx0" brushRef="#br0" timeOffset="-136241.63">15827 9611 1041 0,'-9'-6'483'0,"9"6"-85"0,0 0-60 16,-7-9-72-16,7 9-32 0,0 0-28 0,7-10-40 16,-7 10-36-16,13-8-20 0,-13 8-25 15,20-8-16-15,-7 5-8 0,2-2-30 16,2 3-11-16,-1-2-28 0,3 1-20 0,-2 1-5 16,1 1-20-16,0 0-3 0,0-1-10 15,-18 2 0-15,29 0 4 0,-29 0 13 0,27-1 7 16,-27 1 8-16,26 1 15 0,-26-1 8 0,21 0 17 15,-21 0 8-15,0 0 12 0,23 0 12 16,-23 0 13-16,0 0 15 0,21 0 18 0,-21 0-2 16,0 0 11-16,0 0-7 0,21 0-3 15,-21 0-2-15,0 0 32 0,18 2-13 0,-18-2-6 16,0 0-5-16,19 2-7 0,-19-2-9 16,14 6-18-16,-14-6 6 0,13 8-3 0,-13-8 6 15,15 13-4-15,-10-6-9 0,2 1-3 16,-2 2 6-16,0-1-13 0,-1 3 4 0,1-3-16 15,-3 4 1-15,2-1-11 0,-2 4 4 16,0-5-5-16,-2 3-5 0,0-3-13 0,0 0-21 16,0 0-8-16,0-11-21 0,0 18-26 0,0-18-27 15,0 12-54-15,0-12-48 0,-2 10-78 16,2-10-60-16,0 0-113 0,0 0-140 0,0 0-262 16,-7-5 275-16,7 5-97 0</inkml:trace>
  <inkml:trace contextRef="#ctx0" brushRef="#br0" timeOffset="-135875.92">16225 9360 1245 0,'-3'-11'424'0,"3"11"-66"0,0 0-62 0,-2-12-57 16,2 12-40-16,0 0-49 0,-4-8-30 15,4 8-26-15,0 0-16 0,0 0-17 0,0 0-5 16,0 0-9-16,-14 3-12 0,14-3-1 0,-5 11-15 15,5-11 5-15,-5 14-2 0,5-14 1 16,-4 17 4-16,4-8 3 0,0-9 0 0,0 18 7 16,0-18-5-16,5 20-6 0,-5-20 5 15,5 13 11-15,-5-13-6 0,9 10-2 0,-9-10-4 16,14 5-11-16,-14-5-2 0,0 0-1 0,27-5 0 16,-27 5-7-16,22-9-1 15,-10 0-3-15,0 1-9 0,0-4 16 0,-1 2-13 16,0-5-2-16,-3 2 11 0,1 0-6 0,-4 1-4 15,-1 1 0-15,-3 0-5 0,-1 11 3 16,-5-18 0-16,5 18-12 0,-15-10-13 0,15 10 0 16,-22-6-15-16,22 6-15 0,-27 3-17 0,12 2-24 15,1 1-38-15,-4 6-30 0,4 0-43 16,0 1-70-16,3 2-106 0,2-4-383 0,0 4 252 16,1-1-19-16</inkml:trace>
  <inkml:trace contextRef="#ctx0" brushRef="#br0" timeOffset="-135416.4">16248 9507 1445 0,'0'0'496'0,"0"0"-85"0,18-3-75 0,-18 3-63 16,0 0-54-16,18 0-48 0,-18 0-32 15,0 0-20-15,19 5-32 0,-19-5-19 0,10 8-22 16,-10-8-7-16,13 11 3 0,-8-2-22 0,-1-1 0 15,-2 1-3-15,3 1 4 0,-1 1-3 16,-3 0-10-16,2-1 6 0,-2 1-12 0,-1 1 20 16,2-1 7-16,-1 0-2 0,-1-11-20 15,-3 19 2-15,3-19 12 0,-1 15-6 16,1-15 0-16,-1 13 9 0,1-13-5 0,0 0-11 16,-3 12-10-16,3-12 20 0,0 0-8 15,0 0-4-15,0 0 8 0,0 0 5 0,0 0 13 16,-1-10 5-16,1 10-16 0,5-14 18 0,-1 6-13 15,1-3-12-15,2 0-7 0,1-2 11 16,4-1-15-16,-2-1-6 0,4 0 1 0,-1 2 5 16,1 1 2-16,-3 1-16 0,3 3 8 15,-2 0 1-15,-1 2 4 0,3 0-2 16,-14 6-9-16,21-6 3 0,-21 6-1 0,0 0-3 16,23 2 7-16,-23-2 9 0,7 8-11 0,-7-8 3 15,7 16 2-15,-7-16-7 0,2 19 11 16,-3-8-17-16,1 0-18 0,-3 0-19 0,0 2-6 15,0-1-34-15,2-2-49 0,-3 1-44 16,1 0-29-16,1-2-16 0,2-9-64 0,-4 16-75 16,4-16-501-16,-3 11 276 0,3-11-105 0</inkml:trace>
  <inkml:trace contextRef="#ctx0" brushRef="#br0" timeOffset="-134810.29">16724 9551 1269 0,'5'-7'457'0,"-5"7"-92"0,10-12-70 16,-10 12-69-16,8-11-55 0,-8 11-27 0,4-12-39 15,-4 12-23-15,1-12-6 0,-1 12-19 16,-1-10-15-16,1 10-11 0,-4-9-6 0,4 9 0 16,0 0-2-16,-14-4-4 0,14 4 1 0,-12 2 0 15,12-2 2-15,-16 12 9 0,7-4-7 16,-1 3-4-16,0 0-1 0,-1 0 7 0,2 3-11 15,0-1 2-15,2 0-5 0,0 0 0 16,1-1 0-16,2 1-13 0,0-2 8 16,-1-1-3-16,5-10 1 0,-1 16 0 0,1-16 2 15,1 13 3-15,-1-13 1 0,5 9 0 16,-5-9-6-16,0 0-3 0,16 3-1 0,-16-3-1 16,16-4 2-16,-16 4-1 0,18-11 1 0,-5 4 17 15,-2-3 7-15,1 1 19 0,3-5 4 16,-1 1 7-16,0 0 2 0,-4 3 41 0,-1 0-17 15,1 0-12-15,-2 2-14 0,-1 2-25 16,-7 6-2-16,11-12-1 0,-11 12-15 0,0 0 10 16,0 0-5-16,0 0-6 0,0 0-6 15,-8 18 3-15,3-5 34 0,1 3 16 0,-1 4 17 16,1 5 15-16,2 0-11 0,-1 6-1 16,-2 2-4-16,4 4 5 0,-3-2 2 0,2 6-6 15,-2 3-12-15,-1-1-12 0,-2 1-12 16,-2-2-10-16,-1-1-4 0,0-2-5 0,-3-1-7 15,-1-5 0-15,0-5-2 0,0-6 0 0,-1-3-1 16,-1-3 2-16,0-5 0 0,-2-3 9 16,0-3 14-16,3-2 16 0,-3-6 7 0,0-2-9 15,-1-3-5-15,0-4-8 0,2-3-6 16,-1-4-11-16,7 1-2 0,3-2-11 0,2-3-33 16,7-2-56-16,4 1-67 0,5-4-56 0,8-3-43 15,0 1-12-15,5 5-7 0,4 3 3 16,-3 5-13-16,3 1-12 0,0 2-5 15,1 6-23-15,-3 1-69 0,1 1-506 0,-1 3 281 16,-4 2-124-16</inkml:trace>
  <inkml:trace contextRef="#ctx0" brushRef="#br0" timeOffset="-133098.59">8523 9375 428 0,'0'0'290'0,"0"0"-31"0,-14-7-1 16,14 7-24-16,0 0-12 0,-13-7-22 15,13 7-13-15,0 0 1 0,-8-6-34 16,8 6-12-16,0 0-5 0,-7-6-13 0,7 6-27 16,0 0-17-16,0 0-13 0,0 0-13 15,0 0-15-15,0 0-8 0,0 0-3 0,0 0-6 16,10 15-4-16,-6 1-1 0,0 7-4 0,0 8 7 15,0 4 15-15,-1 11 17 0,0 3 13 16,2 6 13-16,-4 13 22 0,3 2-4 0,0 5 8 16,-3 2-18-16,2 5-20 0,-3 1 1 15,1-1-8-15,-1-1-19 0,0 0-11 16,-1-4-4-16,1-3-4 0,1-2-6 0,0-4 21 16,2-10 13-16,-2-3-11 0,2-3 4 0,-1-5 8 15,3-3-18-15,-1-8 3 0,0-4-8 16,0-6 0-16,-2-3-4 0,2-2-6 0,-1-2-10 15,-1-4 10-15,2-1-12 0,1-1 7 16,-1-4-4-16,0 0-3 0,-4-9-12 0,10 12 12 16,-10-12-12-16,10 6 1 0,-10-6 1 0,0 0 5 15,17 3-8-15,-17-3 0 0,0 0 4 16,14-2-6-16,-14 2 12 0,11-5-5 0,-11 5-4 16,0 0 2-16,14-9 1 0,-14 9-1 0,12-5-3 15,-12 5 9-15,11-7-11 16,-11 7-2-16,18-9 1 0,-6 5 1 0,2-1 9 15,4 1-14-15,3-2 8 0,5 2 6 0,7-4-10 16,9 1-2-16,5 0 14 0,3 0 9 16,7-2-4-16,15 0-3 0,4 0 4 0,6-2 12 15,3 3-9-15,6-4-4 0,1 5 13 0,2-3-6 16,1 1-8-16,-1-1-23 0,-2 4 0 16,-3-2-13-16,-2-1-5 0,-7 1-3 0,-6 1-13 15,-5-1-10-15,-14 2 7 0,-4-1 9 16,-8 0 13-16,-7 2 4 0,-4 0-5 0,-5 0 21 15,-4 0-3-15,-4 2 20 0,-4-2-2 16,0 1 9-16,-15 4-15 0,21-8 4 0,-21 8 13 16,11-7-19-16,-11 7 6 0,0 0 5 15,4-8-7-15,-4 8-18 0,0 0-31 0,0 0-9 16,-6-10-30-16,6 10-29 0,0 0-32 16,-8-7-33-16,8 7-61 0,0 0-86 0,-6-8-91 15,6 8-362-15,0 0 256 0,-3-14-33 0</inkml:trace>
  <inkml:trace contextRef="#ctx0" brushRef="#br0" timeOffset="-132786.62">10647 10633 982 0,'-1'-12'547'0,"1"12"-89"0,-2-9-67 15,2 9-43-15,0 0-30 0,-1-12-49 0,1 12-34 16,0 0-19-16,1-11-33 0,-1 11-4 15,0 0-16-15,11-5-23 0,-11 5-21 0,0 0-14 16,20 0-20-16,-20 0-12 0,19 6-10 0,-5-1-6 16,0 0-8-16,0 2 1 0,4 3 8 15,-1-1-4-15,-2 4-6 0,3-1-9 0,-4 1-5 16,1 1-10-16,-5 2-1 0,1-2-4 16,-4 2-5-16,0-2 3 0,-5 4-9 15,-1-3-2-15,-2 1-2 0,0 1-2 0,-6 3-6 16,-1-1-17-16,-3 2-29 0,-3-2-46 0,-1 3-26 15,-2-2-47-15,0-2-34 0,-4-2-41 16,2 1-43-16,0-4-53 0,2-3-92 0,2-2-154 16,2-3-302-16,13-5 280 0,-20 7-121 15</inkml:trace>
  <inkml:trace contextRef="#ctx0" brushRef="#br0" timeOffset="166194.74">11892 10874 551 0,'-9'-5'145'0,"9"5"-140"16,-22-8-227-16,22 8 70 0,-24-8 40 0</inkml:trace>
  <inkml:trace contextRef="#ctx0" brushRef="#br0" timeOffset="166953.47">11781 10528 713 0,'-3'-13'304'0,"3"13"-39"15,-1-12-45-15,1 12-49 0,0 0-13 0,0-15-36 16,0 15-27-16,0 0-6 0,0 0-11 15,0 0 10-15,0 0-5 0,-6 9-5 0,6 1-13 16,-3 8 14-16,3 2-16 0,-2 5-8 0,0 1-12 16,2 3-16-16,-1 4 1 0,1 2-6 15,-1 0 1-15,2 2-9 0,-2-1-3 0,2-3-3 16,-1 0-3-16,1-7 4 0,1-1 0 16,-1-4-4-16,0-4 6 0,-1 1-2 0,1-5 2 15,2-1-1-15,-2-4-1 0,-1-8 5 0,8 11-12 16,-8-11 5-16,0 0-10 15,14-8-4-15,-6-2-15 0,-2-1-9 0,5-6-11 16,-2-2-10-16,3-4 15 0,2 0 12 0,-1 2 2 16,-1 3-2-16,1 1 5 0,0 5 16 15,-3 2-8-15,0 3 10 0,-10 7 2 0,18-3 19 16,-18 3 14-16,22 10 0 0,-13 1-1 16,1 3-6-16,0 4 3 0,3 2-1 0,0 2-7 15,1 0-1-15,-4-3-5 0,5 2 2 0,-2 0 8 16,0-4 8-16,1-3-7 0,-1 1 7 15,-1-2-3-15,1-4-4 0,0-1-2 0,-2-2-4 16,-11-6-4-16,23 3-2 0,-23-3-6 16,22-6-3-16,-8-1 2 0,-4-5-8 15,4-4-6-15,-1-6-13 0,-4-4-12 0,0-2-13 16,-3-4 4-16,-1-4 12 0,-1-5 1 0,-4 3 4 16,0 1 3-16,-1 0 9 0,-2 4 0 15,1 2 2-15,-2 2 5 0,-1 6-2 0,-3 4 3 16,3 4-12-16,-1 3-12 0,-1 2-6 15,7 10-24-15,-15-7-23 0,15 7-44 0,-15 3-69 16,15-3-82-16,-17 8-397 0,11 0 214 0,-1 0 64 16</inkml:trace>
  <inkml:trace contextRef="#ctx0" brushRef="#br0" timeOffset="167225.95">12630 10672 1091 0,'13'6'472'0,"-13"-6"-95"0,5 11-78 0,-5-11-64 0,5 14-56 16,-1-4-26-16,-1 2-26 0,-1 0-18 16,1 2-10-16,0 3-14 0,-1 0-15 0,3 2-14 15,-1 3-7-15,-3 1-5 0,3-1-20 16,-1 0-2-16,-1 0-3 0,2 0-4 0,-4-3 0 15,3-1-3-15,-1-1-10 0,-2-1-1 16,0-2-13-16,1-3-18 0,1 0-29 0,-2 0-40 16,0-11-49-16,0 16-80 0,0-16-139 15,0 0-458-15,0 0 268 0,0 0-72 0</inkml:trace>
  <inkml:trace contextRef="#ctx0" brushRef="#br0" timeOffset="167648.58">12620 10534 796 0,'-12'-8'357'0,"12"8"-85"0,-12-8-68 15,12 8-28-15,-9-5-36 0,9 5-31 0,0 0-23 16,-15-1-28-16,15 1-2 0,0 0-9 15,-9 6-14-15,9-6 0 0,-5 10-16 0,5-10 2 16,-3 13-11-16,3-13 6 0,4 19-1 0,-4-9-8 16,4-1 9-16,-4-9 4 0,5 18 0 15,-1-8-4-15,-4-10 18 0,10 14 4 0,-10-14 15 16,10 11 19-16,-10-11-16 0,0 0-18 16,14 2 13-16,-14-2-14 0,13-8-3 15,-7 3-8-15,1-4-2 0,-1-3-6 0,-1-2-2 16,0-2-5-16,-1-1 12 0,-1-2-17 15,-3-3 2-15,1-2-1 0,-4 1 21 0,1 1 6 16,-1-2 5-16,-2 4 5 0,-1 1 1 0,-2 3-17 16,0 3 1-16,1 2-12 0,-3 3 1 15,1 2-5-15,9 6-20 0,-19-4-17 0,19 4-17 16,-21 6-28-16,11 3-31 0,-1 0-18 0,1 3-32 16,2 1-81-16,1 2-90 15,3-1-381-15,3 1 228 0,1 1 38 0</inkml:trace>
  <inkml:trace contextRef="#ctx0" brushRef="#br0" timeOffset="168440.81">13068 10774 1293 0,'10'8'474'0,"-1"-3"-84"15,0 2-97-15,-9-7-57 0,15 12-53 0,-15-12-39 16,13 10-19-16,-13-10-20 0,10 8-24 15,-10-8-9-15,12 5-17 0,-12-5-12 16,0 0-6-16,18-1-8 0,-18 1-6 0,19-8-12 0,-13 0-31 16,4-1-18-16,-2-1-27 15,1-7-16-15,-3-2-26 0,3-1-1 0,-5-6-7 16,1-5 9-16,-1-2 11 0,-1-2 14 0,-1-1 21 16,-1-2 24-16,1 3 16 0,-4 0 25 15,0 3 32-15,-1 5 10 0,-1 4 4 0,-1 1 6 16,-2 3-2-16,-1 5 6 0,-2 3-2 15,0 3 13-15,10 8-1 0,-21-5-5 0,8 11-9 16,-2 2-4-16,1 7 16 0,-1 6-8 0,2 4 2 16,-5 10-16-16,4 3-4 0,3 4 29 15,2 2-20-15,0 3-1 0,0 2-13 0,5 3-6 16,0 2-9-16,4-1-8 0,-1 1 11 0,1-1-14 16,3 1-2-16,-1-4-4 15,2 0 2-15,2-4 2 0,-1-3-9 0,2-2 7 16,-2-10 2-16,1-2 0 0,2-4-4 0,-2-4-8 15,-1-2 11-15,1-3-7 0,-1-4-6 16,1-2-46-16,-6-10-23 0,9 7-37 0,-9-7-19 16,8-6-16-16,-8 6-14 0,3-19-15 15,-1 5 1-15,-1-3 1 0,-1 1 26 0,0-1 33 16,0-2 34-16,-3 2 24 0,1 3 13 0,-1-1 18 16,1 1 6-16,-1 3 5 15,1 0 18-15,-1 1 8 0,-1 1 19 0,4 9 5 16,-6-15 1-16,6 15-2 0,-4-12 9 0,4 12 8 15,-2-9-8-15,2 9-7 0,0 0-7 16,-2-15-10-16,2 15 4 0,0 0-4 0,5-12-8 16,-5 12-5-16,13-9-2 0,-13 9-2 15,15-10-11-15,-1 6-10 0,-1-1 2 0,2-1-12 16,2 1-1-16,2 0-7 0,0-1 0 0,4 2-7 16,0-2 15-16,0 2 10 0,-1-1-4 15,2 1 8-15,-1-1 0 0,-4 1 5 0,0 2 0 16,-1 0-4-16,-1 0 13 0,-17 2 4 0,25-4 4 15,-25 4 19-15,23 0 25 0,-23 0 22 16,17 0 8-16,-17 0 2 0,13 4 7 0,-13-4 0 16,10 8-2-16,-10-8-5 0,5 16-3 15,-5-16-4-15,5 19-1 0,-4-9-9 16,1 2-9-16,0-1-17 0,-2 3 2 0,0 0-10 16,1 2-8-16,-1-2-4 0,0 2-6 15,2 1-3-15,-1-1-14 0,-1-2 4 0,1-1-32 16,-1-1-31-16,0 0-32 0,1-2-45 0,-1-10-50 15,0 12-111-15,0-12-160 0,0 0-334 16,0 0 258-16,0 0-41 0</inkml:trace>
  <inkml:trace contextRef="#ctx0" brushRef="#br0" timeOffset="168871.33">13356 10728 789 0,'0'0'347'16,"0"0"-76"-16,-10 9-61 0,10-9-41 0,-2 12-31 15,2-12-16-15,-2 15-17 0,4-5 0 16,-2-10-16-16,3 17-17 0,2-7 1 0,-1 1-6 16,0-2-2-16,1-1-7 0,3 0 6 0,-2-1-7 15,3-1-10-15,-9-6-2 0,18 7-11 16,-18-7-5-16,19 0-6 0,-19 0-10 0,23-7-1 16,-13 0-1-16,3-2 0 0,1-4-2 15,-4-1-6-15,3 0-3 0,-3-5 3 0,-2 1-10 16,-2-1-6-16,2 0 12 0,-7 1-3 0,0 1 11 15,-1 5 1-15,-1-2 3 0,0 4 0 16,-3 1-5-16,4 9 0 0,-14-10-4 0,14 10-6 16,-19-2-18-16,19 2-18 0,-26 11-34 15,14-4-39-15,-1 0-55 0,0 1-96 16,4 1-167-16,3-2-182 0,6-7 190 0,-8 12 109 16</inkml:trace>
  <inkml:trace contextRef="#ctx0" brushRef="#br0" timeOffset="169312.86">14295 10405 1100 0,'0'0'518'0,"-6"-15"-110"16,6 15-100-16,-7-9-87 0,7 9-39 0,0 0-42 15,0 0-29-15,0 0-17 0,0 0-15 16,-8 6-18-16,8-6-13 0,0 19-13 0,2-3-4 16,-2 5 5-16,1 4-2 0,-1 1 9 0,0 11-5 15,1 2-1-15,-1 8-4 0,0 1-9 16,0 5 0-16,2 0-11 0,-1 1-3 0,-1-3-5 16,1 1-2-16,1-2 2 0,-1-4-1 15,1-10-1-15,1-1-13 0,2-5-3 0,-1-5-19 16,1-3-31-16,0-4-52 0,-2-5-66 0,0-2-97 15,-3-11-137-15,8 7-389 0,-8-7 262 16,0 0-52-16</inkml:trace>
  <inkml:trace contextRef="#ctx0" brushRef="#br0" timeOffset="169596.04">14616 10451 1344 0,'0'0'460'0,"0"0"-98"0,0 0-79 0,0 0-63 16,9 12-45-16,-6 0-41 0,1 6-28 0,-2 4-18 15,1 3 3-15,2 7-20 0,-1 4-6 16,0 7-1-16,0 2-9 0,-1 0-13 16,1 1-14-16,0-1 1 0,-4 1 2 15,3 0 1-15,-2-9 3 0,-1 1-6 0,-1-3 0 16,-1-1-18-16,1-4 2 0,0-2 1 0,-2-3-7 15,-1-1-5-15,2-2-27 0,-2-5-25 16,0-1-34-16,-2-2-40 0,1-5-56 0,-2 0-81 16,7-9-87-16,-14 6-86 0,14-6-302 0,-19-6 241 15,5 0 13-15</inkml:trace>
  <inkml:trace contextRef="#ctx0" brushRef="#br0" timeOffset="169817.15">14208 10972 1107 0,'0'0'421'0,"-1"-14"-111"0,1 14-69 0,8-8-49 15,-8 8-47-15,15-10-28 0,-5 4-23 16,6 2-28-16,-1-2-17 0,1 0-12 0,6 0-7 16,1 0-16-16,0 0-5 0,4 1-39 15,-3 0-27-15,3 1-31 0,1-1-13 0,-1 0-33 16,1 3-25-16,0-2-16 0,0 1-23 0,-1 0-7 15,-2 0-9-15,-2-1-250 16,-5 4 148-16,2-3 226 0</inkml:trace>
  <inkml:trace contextRef="#ctx0" brushRef="#br0" timeOffset="170172.36">14793 10857 672 0,'0'0'342'16,"2"10"-48"-16,-2-10-56 0,0 0-38 15,-4 8-19-15,4-8-9 0,0 0-20 0,-5 14-19 16,5-14-17-16,-2 11-1 0,2-11-9 0,-3 18-8 15,2-6-11-15,-2 2-2 0,2 1-14 16,1 2-16-16,0 3-2 0,0-1-14 0,0 1-1 16,1-1-15-16,3 3-1 0,-1 0-1 0,1-1 0 15,1-1 2-15,2-2 1 0,-2-4 0 16,3 1-7-16,1-4-9 0,1 0 7 16,0-3-5-16,3-2-7 0,-13-6 0 15,23 4-1-15,-23-4-17 0,26-4-8 0,-14 0-18 16,2-3-7-16,-2-3-4 0,2-2-16 0,-4-5-8 15,-1 0 5-15,1-5 6 0,-5 1 6 16,0-2 22-16,-1 0 9 0,-1 1 18 0,-2 4 10 16,-1 2 8-16,-4-1-1 0,0 2-7 0,1 3 1 15,-4 1-6-15,-2 2 8 0,-1 0-4 16,-2 3 3-16,1 1-3 0,11 5 1 16,-23-4-7-16,23 4-14 0,-22-2-22 0,22 2-23 15,-21 4-44-15,21-4-35 0,-18 4-54 0,18-4-59 16,-12 5-108-16,12-5-156 0,0 0 159 15,0 0 180-15</inkml:trace>
  <inkml:trace contextRef="#ctx0" brushRef="#br0" timeOffset="170657.76">15231 10812 945 0,'8'-9'496'0,"-8"9"-119"15,0 0-77-15,9-9-64 0,-9 9-57 16,0 0-38-16,0 0-29 0,0 0-19 16,0 0-18-16,0 0-11 0,-12 7-17 0,6 1-3 15,-3 3-4-15,0 0-4 0,2 3-1 16,-5 3 0-16,3 2-8 0,0 0-11 0,-1 3-2 16,1 3 2-16,0-4-10 0,4 1-1 15,-4-2 2-15,4 1 0 0,0-5-4 0,1-1-2 16,0-1 5-16,3-1 1 0,-2-2-6 0,2-2 1 15,1-9-1-15,0 13-2 16,0-13 1-16,4 9 5 0,-4-9-5 0,0 0-7 0,0 0 4 16,18-8-1-16,-11 3-19 0,1-3 2 0,0-1-2 15,1-3 0-15,1 1 11 16,-2 1-1-16,1-1 1 0,2 1 2 0,-1 3 7 16,-1-1 4-16,3 1-4 0,-12 7 5 15,21-6 13-15,-21 6-4 0,26 0 15 0,-26 0-3 16,28 7-7-16,-15-1 0 0,2 3-3 0,-1 1-2 15,0 3 0-15,-5-1 8 0,4 2 2 16,-7 0-6-16,-1 2 2 0,-1 0 0 0,-3-1-4 16,-2 3 5-16,-3 0-7 0,-1 2-1 0,-5-1-5 15,-2 1 15-15,1-2-5 0,-6-1-8 16,-2-1-7-16,1-3-21 0,-2-2-25 0,2-1-24 16,0-4-35-16,3-3-34 0,15-3-37 15,-28 0-60-15,14-6-98 0,2-2-437 16,5-2 253-16,-1-3-19 0</inkml:trace>
  <inkml:trace contextRef="#ctx0" brushRef="#br0" timeOffset="170952.67">15617 10519 1222 0,'15'-9'476'0,"-15"9"-102"0,9-6-72 15,-9 6-80-15,0 0-42 0,15 5-28 16,-15-5-25-16,12 15-7 0,-6-4-18 0,0 4 6 16,2 4 4-16,-2 2-12 0,2 7-5 15,-3 1-23-15,0 5-13 0,1 6-6 16,-3 1-14-16,1-2-3 0,0 3 3 0,-3-5-15 16,0 0-6-16,2-1 8 0,-2 0-6 15,2-1-11-15,-3-2-8 0,0-3 7 0,0-2-10 16,0-1 4-16,0-4-17 0,0-4-35 0,-1 0-38 15,-1-1-38-15,1-6-50 0,-2-1-63 16,3-11-88-16,-5 13-116 0,5-13-388 0,0 0 269 16,0 0-76-16</inkml:trace>
  <inkml:trace contextRef="#ctx0" brushRef="#br0" timeOffset="171384.62">15527 11041 1222 0,'0'0'524'16,"0"0"-149"-16,-7-7-103 0,7 7-84 0,0 0-40 15,6-6-38-15,-6 6-42 0,18-7-26 16,-18 7-24-16,27-7-20 0,-11 2-44 0,3 1-35 16,3-2-37-16,1 1-36 0,3 1-18 15,-1-1-12-15,2 0-4 0,-2 1 29 0,-2 0 37 16,3 1 24-16,-4 2 28 0,-3-2 26 15,1 2 20-15,-1-2 26 0,-19 3 18 16,28-3 26-16,-28 3 18 0,25-2 34 0,-25 2 15 16,20-3 18-16,-20 3 5 0,0 0-7 0,22 0 2 15,-22 0-8-15,0 0-7 0,16-3-7 16,-16 3-2-16,0 0-15 0,0 0-9 0,19-1-16 16,-19 1 6-16,0 0 2 0,0 0 2 15,14 6 17-15,-14-6-6 0,9 10 4 0,-9-10-14 16,8 16 8-16,-4-4 1 0,-3-2-2 0,3 6-18 15,-3 2-5-15,2 1-13 0,-1 1-20 16,1 5 8-16,-2-3-10 0,-1 2-5 0,1 0-16 16,1-3 11-16,0-2 8 0,-2-2-15 15,3 1-34-15,-2-2-60 0,0-6-60 16,-1 2-72-16,0-12-85 0,2 9-120 0,-2-9-133 16,0 0-242-16,0 0 259 0,-3-8-43 15</inkml:trace>
  <inkml:trace contextRef="#ctx0" brushRef="#br0" timeOffset="171776.82">16027 10621 870 0,'-6'-8'460'0,"6"8"-113"0,0 0-84 15,0 0-52-15,0 0-35 0,0 0-49 16,-17 6-14-16,17-6-19 0,-4 12-7 0,4-12-1 16,-2 15-9-16,2-15-11 0,0 22-8 0,2-12-9 15,1 3-2-15,1-1-6 0,-2-2 2 16,2 1 2-16,1-3-8 0,2 3 2 0,-1-5-9 16,1 2-8-16,-7-8-4 0,15 8-9 15,-15-8 0-15,16 3-4 0,-16-3 1 16,17-6-3-16,-17 6-2 0,19-13-9 0,-10 4-12 15,0-3 2-15,-3-1-13 0,2-3-11 16,-3-1 1-16,0-2 9 0,-1 2 3 0,1 1 4 16,-4 1 6-16,2 1 4 0,-3 3-5 0,-3 2 1 15,-3 2-4-15,6 7 2 0,-14-11-5 16,14 11 5-16,-23 2-2 0,10 3-15 0,-2 1-19 16,2 4-45-16,-2 3-60 0,5-1-99 15,0-1-168-15,-1 3-187 0,6-1 192 16,0-1 108-16</inkml:trace>
  <inkml:trace contextRef="#ctx0" brushRef="#br0" timeOffset="172273">16290 10862 1188 0,'0'0'487'0,"13"5"-122"0,-13-5-87 0,0 0-65 15,11 5-45-15,-11-5-31 0,9 8-27 16,-9-8-19-16,12 9-18 0,-12-9-2 0,11 14-8 16,-4-3-5-16,0-1-7 0,1 2-3 15,1 1-8-15,0 3 6 0,0 1-3 0,1 1-2 16,-1 0 8-16,-3 1-15 0,2 1-8 16,-2 1 0-16,2-1-9 0,-6 2-6 0,2-2 2 15,0-2-5-15,-4 0 4 0,0-4 0 16,0 1-10-16,0-2 4 0,-2-3 3 0,-1 1-13 15,3-11 10-15,-8 12-14 0,8-12 0 16,-11 8 0-16,11-8-3 0,0 0 8 0,-14-3 1 16,14 3 2-16,-8-10-5 0,4 1 5 0,-1-2-3 15,4-1-11-15,1-5 7 0,1-2-7 16,3-1 7-16,2-2 0 0,1 1 1 0,1 1 5 16,2 0-15-16,0 2-6 0,0 1-16 15,3 1-9-15,-2 1 4 0,2 3-9 16,0 2 11-16,-3 1 0 0,4 3 12 0,-5 2 4 0,-9 4 3 15,20-6 5-15,-20 6 3 16,17 2 3-16,-17-2 2 0,15 8 5 0,-7-2-4 16,-3 3 3-16,0 0 5 0,-1 0-5 0,0 2-3 15,0 1 5-15,-2 0-9 0,-2 1-15 16,1 0-28-16,-2 0-49 0,1 2-15 0,0-2-14 16,-1 0-20-16,1-1-61 0,0-12-71 0,0 18-390 15,0-18 216-15,1 11 62 0</inkml:trace>
  <inkml:trace contextRef="#ctx0" brushRef="#br0" timeOffset="172898.87">17055 10876 1076 0,'0'0'374'0,"-2"-11"-99"15,2 11-60-15,-5-9-46 0,5 9-38 16,-8-10-30-16,8 10-15 0,-4-9-15 0,4 9-12 16,-6-8-12-16,6 8 4 0,0 0 4 0,0 0 9 15,0 0 13-15,-18 3 2 0,18-3 9 16,-9 13 3-16,2-4 6 0,0 4-12 16,-2 0-4-16,0 2-9 0,2 4-6 0,-2-2-8 15,-1 2 1-15,2 0-14 0,0 1-3 16,-2-2-4-16,4-1-11 0,1-1-3 0,-1 0-1 15,4-3-11-15,-1-3 2 0,-1 1 4 16,4-11-8-16,-3 16-11 0,3-16-2 0,3 9-24 16,-3-9-22-16,0 0-17 0,0 0-22 0,17-5-13 15,-17 5-5-15,14-14-2 0,-6 2-1 16,2-3 11-16,-1-3 6 0,2-1 32 0,2-1 5 16,-1 1 34-16,-1 0 28 0,-1 1 25 0,2 1 11 15,-6 4 7-15,3 1 1 0,-4 1-14 16,0 3-1-16,2 2 0 0,-7 6 11 15,7-7 15-15,-7 7-6 0,0 0-8 16,8 11-7-16,-7-1-7 0,3 4-3 0,-3 3-3 16,1 6 13-16,-1 3 20 0,4 9 7 0,-4 0 8 15,3 9-23-15,0 3 1 0,-3 1-10 16,-1 3-11-16,-2-1 4 0,-2 1 2 0,-5 0 4 16,1-1 11-16,-2-2 17 0,-4-2 25 0,0-3 27 15,0-5 25-15,-4-4 14 0,-1-2-3 16,1-4-18-16,-1-6-24 0,-3-5-25 0,1-2-23 15,-1-5-17-15,-4-4-17 0,5-3-19 16,-4-6-13-16,3-5-25 0,-1-4-35 0,3-5-42 16,5-4-24-16,5-2-23 0,6-4-2 15,8-4 3-15,6-7 13 0,8-1 19 16,5 1 20-16,9-2 0 0,5 1-27 0,-4 10-45 16,3 2-82-16,-1 3-87 0,1 0-205 0,0 3-356 15,-3 2 282-15,1 2-124 0</inkml:trace>
  <inkml:trace contextRef="#ctx0" brushRef="#br0" timeOffset="175912.15">3019 14258 561 0,'0'-13'376'0,"-1"1"-26"0,1 0-58 0,-2 1-50 16,1-1-32-16,0 3-34 0,1 9-21 15,-3-17-29-15,3 17-24 0,-2-12-19 0,2 12-19 16,-4-8-11-16,4 8-6 0,0 0 7 0,-10 7 5 15,3 5-1-15,1 2-4 16,-2 8 7-16,-2 5 4 0,-3 10-2 0,-1 4-10 0,0 3-14 16,-5 9-4-16,1 2-8 0,-1-1-5 15,5-8-4-15,0-2-6 0,1 0 0 16,1-5-4-16,1-1-1 0,2-9 3 0,3-2-2 16,-3-4-5-16,4-4-22 0,0-3-37 0,0 0-40 15,1-3-63-15,-2-2-76 0,6-11-150 16,-7 7-422-16,7-7 261 0,0 0-55 0</inkml:trace>
  <inkml:trace contextRef="#ctx0" brushRef="#br0" timeOffset="176164.8">2774 14359 973 0,'4'-10'476'0,"-2"1"-98"15,1 0-65-15,3 0-68 0,-1 1-54 16,6-3-35-16,0 2-28 0,3 1-21 0,4-2-22 16,2 2-14-16,2 0-19 0,2 3-10 0,2 1-9 15,2 1-2-15,1 2-7 0,2 1-6 16,3 2-3-16,3 3-23 0,-2 1-1 0,-2 0-6 16,0 1-21-16,-2 3-22 0,-2-2-48 15,-5-1-59-15,-2 3-44 0,-3-2-76 16,0 3-112-16,-5-5-249 0,-4 1 203 0,-1 0 83 15</inkml:trace>
  <inkml:trace contextRef="#ctx0" brushRef="#br0" timeOffset="176414.53">2987 14593 1130 0,'0'0'400'0,"0"0"-82"16,0 0-62-16,0 0-48 0,0 0-52 16,0 0-25-16,0 0-9 0,0 0-11 0,0 0-16 15,0 0-12-15,13-7-15 0,-13 7-15 16,20-3-14-16,-20 3 0 0,26-3-16 0,-26 3-4 16,28-1-14-16,-28 1-45 0,30 0-43 15,-12 1-65-15,1 0-59 0,-1 2-73 0,-1 2-56 16,-2-1-348-16,-1 0 219 0,-5 1 53 0</inkml:trace>
  <inkml:trace contextRef="#ctx0" brushRef="#br0" timeOffset="176637.23">3021 14818 560 0,'-14'6'403'0,"3"1"-54"0,1-2-62 15,10-5-47-15,-17 7-28 0,17-7-21 0,-6 7-13 16,6-7-11-16,0 0-14 0,0 0-20 0,0 0-18 15,15 4-12-15,-15-4-16 0,19-2-18 16,-19 2-10-16,27-5-13 0,-12 3-8 0,3 0-8 16,1-2-7-16,-1 2-4 0,4-1-6 15,-2 2-17-15,2-1-37 0,-3 1-42 0,0 0-45 16,2-1-50-16,-2 2-54 0,0 0-69 0,-1-1-100 16,-18 1-265-16,29-2 212 0,-29 2 68 15</inkml:trace>
  <inkml:trace contextRef="#ctx0" brushRef="#br0" timeOffset="177146.29">3672 14689 814 0,'0'0'447'0,"5"-15"-98"0,-5 15-63 0,4-12-59 16,-4 12-46-16,-4-10-48 0,4 10-16 0,-5-11-29 15,5 11-13-15,-9-5-13 0,9 5-11 16,-15-3-6-16,15 3-7 0,-18 3-1 16,18-3-7-16,-20 5-6 0,8 1-5 15,-1-1-6-15,2 1-1 0,-1 2 2 0,1 0 1 16,1 1-5-16,2-1-7 0,-2 3 3 0,2-2-1 16,2 1-2-16,-1-2 3 0,7-8 1 15,-9 12 3-15,9-12 2 0,-5 13 0 0,5-13 8 16,0 0 1-16,-1 12-7 0,1-12 6 0,0 0-7 15,0 0 0-15,13 6-2 0,-13-6 2 16,0 0 0-16,19-4-10 0,-19 4 3 0,20-9-2 16,-20 9 2-16,23-11 1 0,-10 4-3 15,-1 2 3-15,0-1 5 0,1 2-3 0,1-3 7 16,-14 7-1-16,22-7 5 0,-22 7-4 16,21-3-2-16,-21 3 4 0,18-2 1 15,-18 2 6-15,17 3 7 0,-17-3-1 0,14 6 4 16,-14-6-3-16,9 14 7 0,-9-14-3 0,2 16 2 15,-2-16-1-15,-5 20-6 0,0-9-2 16,-1 1-6-16,-6 1-3 0,-2 0-10 0,-1 1 5 16,0-3-5-16,-3 1-2 0,0 0-5 15,-3-2-2-15,1-1-4 0,1-2-21 0,0 0-31 16,0-2-34-16,2-3-35 0,17-2-36 16,-28 0-75-16,28 0-52 0,-23-8-113 15,14-1-405-15,1-1 263 0,2-4-53 0</inkml:trace>
  <inkml:trace contextRef="#ctx0" brushRef="#br0" timeOffset="177753.12">3882 14524 852 0,'3'-15'366'16,"-3"15"-75"-16,3-13-54 0,-3 13-54 15,0 0-31-15,2-13-23 0,-2 13-40 0,0 0-10 16,0 0-9-16,0 0 0 0,0 0-5 16,9 10 4-16,-8 2 12 0,-1 1-2 0,3 6-5 15,-3 2-1-15,-2 4 5 0,1 3-5 16,0 5-5-16,-3 2-4 0,2 2-13 15,-1 6 6-15,-1 0-5 0,0-2-12 0,2-5-11 16,-2-4-1-16,3-5-6 0,1-2-2 0,-3-4-3 16,3-3-5-16,0-2-1 0,-1-1-2 15,0-3-5-15,1-2-38 0,0-10-63 0,-3 11-75 16,3-11-81-16,0 0-100 0,0 0-494 16,0 0 273-16,-11-8-89 0</inkml:trace>
  <inkml:trace contextRef="#ctx0" brushRef="#br0" timeOffset="178050.37">3905 14654 833 0,'4'-8'330'0,"3"1"-79"0,-1-1-57 0,3 1-29 15,0 1-37-15,1 0-18 0,4-1-19 0,-1 2-17 16,2 1-3-16,-15 4-8 0,28-3 9 15,-10 3 15-15,0 2-2 0,0 2-3 0,0 2-17 16,-2 0-13-16,1 1-4 0,-3 2 0 16,0 3-4-16,-4-2-8 0,-1 2-1 0,-3 1 3 15,-2-1 1-15,-4-1 5 0,-1 2-6 16,-4 0-3-16,-4 0-5 0,0 0-6 16,-5-1-2-16,-3 0-5 0,0-1-3 0,-3-2-16 0,0 0-24 15,3-4-25-15,-2-1-41 0,0-3-71 16,19-1-75-16,-29-5-132 0,16-1-369 15,1-2 242-15,2-5 11 0</inkml:trace>
  <inkml:trace contextRef="#ctx0" brushRef="#br0" timeOffset="178696.22">4463 14443 1121 0,'4'-8'384'15,"-4"8"-76"-15,4-10-60 0,-4 10-55 16,7-14-40-16,-1 5-33 0,1 1-22 0,-1-2-14 16,2 3-15-16,3-4-6 0,0 3-11 15,-1-1 3-15,1 0-10 0,2 2-14 0,1 1-1 16,-1 0-21-16,-2 3 8 0,-11 3-14 16,26 0-1-16,-26 0 0 0,24 4 0 0,-11 2-1 15,-3 3-2-15,-1 1 1 0,0 2 1 0,-4 3 0 16,0 1-2-16,-4 2 3 0,1 1 0 15,-4 0 3-15,-4 3-5 0,-2 1 5 0,-2 2-1 16,-4-2 5-16,-1 0 13 0,-3-2 15 16,5-7 21-16,-2 3 14 0,1-6 7 0,2 0 1 15,0-1 0-15,1-4-9 0,4 0-12 16,7-6-11-16,-17 8-8 0,17-8-11 0,0 0-11 16,0 0 0-16,-14-4-10 0,14 4-3 15,4-10-9-15,-4 10-4 0,11-12-9 0,-3 5-7 16,2 3-10-16,2-3 1 0,-12 7 4 15,24-6 3-15,-24 6 7 0,27-1 0 0,-27 1 8 16,29 7 0-16,-15 1 5 0,4 1 2 0,-3 2 1 16,-1 1 4-16,-2 1 7 0,-6 1 12 15,1 1 8-15,-4-1 13 0,0 0 13 0,-6 0 21 16,0 1 6-16,-4 1 17 0,-2 0-4 16,0 0-11-16,-3-1-13 0,-1 0-14 0,-2-2-14 15,-2-2-11-15,-2 0-3 0,-3-4-33 16,3-1-49-16,0-2-43 0,1-1-46 15,18-3-49-15,-28-3-71 0,28 3-97 0,-22-10-163 16,16 0-348-16,1-3 277 0,5-4-106 0</inkml:trace>
  <inkml:trace contextRef="#ctx0" brushRef="#br0" timeOffset="179133.13">4947 14458 613 0,'0'0'310'0,"16"-11"-9"0,-8 5-52 15,-8 6-28-15,17-9-26 0,-17 9 0 0,19-10-24 16,-19 10-15-16,21-8-23 0,-21 8-28 15,20-8-19-15,-20 8-18 0,21-4-11 0,-21 4 2 16,23 1 1-16,-23-1-10 0,23 8 2 0,-12 0 4 16,2 3 11-16,1 3 8 15,-3 3-9-15,0 4-7 0,-5 0-5 0,-2 4-2 0,-3 1 3 16,-2 1 0-16,-6 6 0 0,-3 2 3 16,-5 0 17-16,1-3 30 0,-4 0 21 15,4-8 12-15,-1-1 23 0,3-4 4 0,3-4 13 16,-1-3 6-16,4-1-4 0,-1-1-17 15,3-1-28-15,4-9-22 0,-3 12-18 0,3-12-19 16,7 5-18-16,-7-5-13 0,31 2-10 0,-8-2-7 16,9 0-9-16,6 0-19 0,7 0-62 15,7 0-64-15,4 0-79 0,0 0-67 0,0 0-58 16,-3-1-51-16,-2 1-95 0,-13-2-170 0,-1 1-387 16,-8-2 308-16,-2-1-230 0</inkml:trace>
  <inkml:trace contextRef="#ctx0" brushRef="#br0" timeOffset="179770.43">2613 14043 456 0,'4'-17'262'0,"0"-1"-31"15,1 1-37-15,0 2-36 0,3-1-24 0,-3 2-20 16,0 1-23-16,-1 2-17 0,-2 1-17 16,-2 10-4-16,7-15-8 0,-7 15-9 0,0 0 18 15,0 0 21-15,0 0 0 0,7 18 31 16,-7 1 12-16,-1 7 20 0,0 10 0 15,-4 11-17-15,0 4-16 0,-2 15-6 0,-1 3-8 16,1 4-13-16,-3 2-12 0,1 3-16 0,-3 1-11 16,2 2 8-16,-3 1-11 0,1 0-8 15,0-3-7-15,-2-3-7 0,1-5-19 0,2-6-29 16,1-15-27-16,1-5-38 0,1-6-42 16,4-8-61-16,-1-7-56 0,0-6-103 0,3-5-351 15,2-13 231-15,-4 14 32 0</inkml:trace>
  <inkml:trace contextRef="#ctx0" brushRef="#br0" timeOffset="180242.15">2658 13769 252 0,'10'-7'201'0,"-1"-2"-28"16,5 2-23-16,4-2-15 0,5 0-10 16,3-1-19-16,5 0-7 0,9-2-15 0,2 0-12 15,8 1-3-15,3-1-15 0,12-2 3 16,7 1-3-16,2 0-8 0,6 0-15 15,4-1-1-15,5 3-3 0,7-1 1 0,1 0-11 16,7 3-4-16,18-2-3 0,2 2-7 0,-20 2-20 16,2 2-29-16,1 1-16 0,-2 1-22 15,-3 0-23-15,-5 1-35 0,0 0-68 0,-8-1-161 16,-1 2 121-16,-5-3 78 0</inkml:trace>
  <inkml:trace contextRef="#ctx0" brushRef="#br0" timeOffset="180935.89">5797 13539 803 0,'-1'25'347'0,"-4"8"-51"0,2 10-21 16,-2 6-36-16,1 5-26 0,2 12-29 0,-3 8-35 15,0 2-14-15,2 5-2 0,-1 3-13 0,2 1-10 16,-1 0-13-16,-1 1-12 0,-1-2-16 15,0-3-6-15,-1-2 23 0,-1-6-13 0,2-2-1 16,0-6 2-16,-1-14-13 0,2-1 5 0,0-4-3 16,0-2-3-16,3-6-4 0,-2-5-18 15,1-1-5-15,-1-5-9 0,3-4-6 0,-1-2-2 16,-2-3-1-16,2 0-5 0,1-3-4 16,0-2 3-16,-1 1-6 0,-1-3-3 0,0 1 6 15,2-1 1-15,-1 0-2 0,0 1-6 16,-1-2-5-16,1 1 5 0,0-1 2 15,-1-1 1-15,1 2-2 0,1-2-1 0,-1 3 0 16,0-3 7-16,1-9-11 0,-2 17-1 0,2-17 5 16,-1 17-4-16,1-17 10 0,0 17-2 15,0-17-3-15,0 17-4 0,0-17 8 0,1 16 2 16,-1-16-11-16,-1 18 0 0,1-18 5 0,-1 18 0 16,-2-9 7-16,1 2-4 0,-2-4-4 15,-1 2 3-15,-3-2-1 0,0 0-5 0,-2 0 1 16,-5 0 5-16,-1-1-1 0,-6-4 2 15,-8 1-9-15,-8 0-3 0,-13-3 16 0,-9-3-9 16,-17-2 3-16,-8-1 2 0,-7-5-9 0,-9 3 1 16,-21-6 13-16,-7 1-8 15,-2 1-6-15,-3 1-2 0,-4 1 2 0,-1 3 2 16,-4 3-2-16,-1 3-3 0,0 2 6 0,1 2-10 16,4 2 5-16,4 2-2 0,6 0-14 15,27 1-17-15,2 2-20 0,7-3-35 0,5 2-31 16,10 1-59-16,9-2-61 0,16-1-102 0,13-5-129 15,11 0-292-15,6-2 252 0,6-2-18 16</inkml:trace>
  <inkml:trace contextRef="#ctx0" brushRef="#br0" timeOffset="181757.41">6023 14504 982 0,'0'0'401'0,"0"0"-87"15,0 0-63-15,0 0-48 0,0 0-42 0,6-11-47 0,-6 11-17 16,22-4-22-16,-3 1-18 15,7 1-9-15,3 0-14 0,8-1-3 0,10 0-13 16,4 0-15-16,4 1-28 0,0-1-36 0,1 1-28 16,0 1-42-16,0 0-3 0,-1-1-20 15,-4 1-12-15,-10 1-9 0,-1 0 6 0,-7-1 0 16,-5 1 9-16,-4 0-34 0,-4 0-7 16,-2-1-99-16,-18 1 89 0,26-4 66 0</inkml:trace>
  <inkml:trace contextRef="#ctx0" brushRef="#br0" timeOffset="182181.32">6959 13850 731 0,'0'0'420'0,"-5"-14"-97"0,5 14-72 16,-3-9-59-16,3 9-39 0,0 0-21 15,0 0-24-15,0 0-24 0,0 0-12 0,-2 10 7 16,2 2 14-16,0 5 3 0,0 2-5 16,-1 6 3-16,-1 2-5 0,0 8-9 0,-1 1-9 15,2 8 1-15,-3 1-12 0,0 2-8 0,-1 2-8 16,4 1-9-16,-4-2-9 0,1 1-8 16,-1-3-2-16,1-4-3 0,2-8-6 0,-1-6 6 15,2-3-11-15,0-4-7 0,1-4-21 16,1-4-51-16,-1-2-90 0,0-11-96 15,2 10-167-15,-2-10-376 0,0 0 262 0,7-13-54 16</inkml:trace>
  <inkml:trace contextRef="#ctx0" brushRef="#br0" timeOffset="182664.27">6997 13751 584 0,'0'0'350'0,"-2"-11"-60"0,2 11-70 0,0 0-53 16,4-14-26-16,-4 14-28 0,14-12-19 15,-4 6-32-15,6 0 4 0,5-1 0 0,4-1-4 16,6 1-22-16,5 1-7 0,7 0 4 15,3-1-10-15,9 3-5 0,1-1-1 0,5 2-17 16,12 0 10-16,5 1-18 0,4 2 6 16,0 0-7-16,4 0 1 0,-2-1 13 0,4 1-6 15,-4 1-18-15,-1 1-20 0,-5-2 7 0,-13 1-4 16,-4-1-7-16,-2 0-19 0,-7 0-18 16,-8 0-37-16,-6 2-28 0,-9-2-12 15,-6 1 17-15,-2 1 9 0,-21-2 10 0,26 1-20 16,-26-1-247-16,0 0 126 0,0 0 80 15</inkml:trace>
  <inkml:trace contextRef="#ctx0" brushRef="#br0" timeOffset="183013.2">8520 13470 865 0,'3'-11'373'0,"-3"11"-88"16,5-8-65-16,-5 8-36 0,12-5-35 16,-12 5-30-16,20-3-26 0,-20 3-30 0,25-2-2 15,-25 2-21-15,35 4 0 0,-15-1-10 0,3 2-3 16,2 0-16-16,-1 1-1 0,0 2 8 15,-1-1-8-15,0 3-3 0,-3 1-1 0,-2 0 0 16,0-1 13-16,-5 3 2 0,-4-1 9 16,-4 1-1-16,-3 2 7 0,-3-2 0 0,-3 2-7 15,-2 2-5-15,-7 0-7 0,-1 0-5 0,-4 3-23 16,-1-2-58-16,1 2-59 0,-2-1-117 16,2-1-178-16,-4 0-204 0,6-3 195 15,0-3 98-15</inkml:trace>
  <inkml:trace contextRef="#ctx0" brushRef="#br0" timeOffset="184548.37">9711 13119 844 0,'0'0'412'0,"-7"-16"-102"0,2 7-63 16,5 9-54-16,-10-11-35 0,10 11-27 16,-15-9-34-16,15 9-7 0,-16-2-14 0,16 2-6 15,-19 5-2-15,9-1-3 0,-4 5 2 16,4-2-3-16,-4 7 1 0,2 0-4 0,-1 1-10 16,2 2-4-16,1 1-12 0,-1 0-6 0,1-1-6 15,3 1-5-15,-1 1-5 0,3-5 1 16,-1 0-1-16,-1-2-3 0,5-2 6 0,-2 1 7 15,1-4 5-15,3-7 5 0,-5 13-2 0,5-13-3 16,0 0-3-16,0 0-9 16,5 9 1-16,-5-9-5 0,12-4-4 0,-12 4 2 15,15-9-10-15,-6 3 6 0,4 0-3 0,1-1 3 16,-3-1-4-16,6 2 3 0,-3 1-8 16,4 0-1-16,-3 2 7 0,3 0-2 0,0 1-2 15,-18 2-1-15,33 4 6 0,-19 0-1 16,1 1-6-16,-2 2 2 0,-3 2 5 0,2 1-1 15,-5 0 6-15,0 4 2 0,-5-1 8 0,1 0 2 16,-3 2 7-16,-4-1 6 0,-1 3 6 16,-2-3 9-16,-4 4-4 0,1-3-3 15,-4 2-9-15,-4-2-10 0,-1 1-7 0,2-4 5 16,-3 0-13-16,1-3 6 0,-3-1-11 16,4-2 1-16,2-3-11 0,-2 0-24 0,18-3-28 15,-28-3-51-15,14-1-41 0,1-2-51 16,3-3-66-16,2 0-85 0,0-4-105 0,3 1-282 15,4-1 242-15,1-1 12 0</inkml:trace>
  <inkml:trace contextRef="#ctx0" brushRef="#br0" timeOffset="184994.21">9855 13411 787 0,'0'0'392'0,"19"5"-94"16,-19-5-51-16,0 0-45 0,15 5-11 16,-15-5-15-16,13 6-32 0,-13-6-22 0,10 7-2 15,-10-7 5-15,14 11 12 0,-4-5-23 0,-10-6-18 16,21 10-18-16,-7-3-16 0,-4-3-9 16,4 2-15-16,0-1-6 0,-14-5-5 0,24 6-6 15,-24-6-1-15,23 2-5 0,-23-2-5 16,22-2-11-16,-9-4-3 0,-3 0-5 0,2-2-12 15,-1-2-13-15,-2-1-2 0,-3-2 2 16,2 0-3-16,-2-2 2 0,-2-1 9 16,1-1 8-16,-2 2 4 0,-3 2 5 0,0-2 9 15,-3 3 1-15,-1 1 2 0,-1 2 10 0,-4 1 5 16,2 3 9-16,7 5 7 0,-22-5 9 16,22 5 11-16,-27 6-1 0,12 0 8 0,-2 3-8 15,1 3 10-15,2 1-10 0,-2 1-6 16,5 1 0-16,-2 1-4 0,4 2-11 0,3-1 5 15,2-1-11-15,-1 0-3 0,5-1 5 0,2 1-4 16,2-2-13-16,4 2 4 0,2-2-9 16,4-3-8-16,2-2-27 0,3 0-45 0,-3-5-39 15,5 1-85-15,0-7-131 0,1-2-231 0,2-3-303 16,2-5 275-16,-1-4-99 16</inkml:trace>
  <inkml:trace contextRef="#ctx0" brushRef="#br0" timeOffset="185280.88">10447 13012 896 0,'0'0'524'0,"-4"-17"-109"16,4 17-63-16,-4-14-72 0,4 14-59 16,-3-12-43-16,3 12-39 0,0 0-20 0,-1-13-36 15,1 13 3-15,0 0 9 0,0 0-2 16,0 0-5-16,3 12-5 0,-2-3-6 15,-1 3-6-15,0 4-3 0,1 1-2 0,1 4 2 16,-1 4 0-16,-1 1-3 0,0 2-13 16,-1 4-3-16,-1 1-14 0,1 1-4 0,-2 1-4 15,2-1-8-15,-1 0 5 0,-1-3-15 0,3-3 3 16,-1-3-6-16,-1-5-10 0,2-1-58 16,0-1-59-16,2-4-68 0,-2 0-64 0,-2-4-86 15,2-10-187-15,-1 16-386 0,1-16 285 16,0 0-138-16</inkml:trace>
  <inkml:trace contextRef="#ctx0" brushRef="#br0" timeOffset="185825.19">10551 13349 1074 0,'0'0'504'0,"0"0"-108"0,0 0-78 0,0 0-80 15,13-3-50-15,-13 3-39 0,10-5-25 0,-10 5-28 16,18-11-25-16,-5 3-33 0,1 0-31 16,0-4-33-16,1-1-37 0,1-5-20 0,1-2-16 15,0-3-30-15,3-5-7 0,-1-2-10 0,-2-4 13 16,1 1 23-16,-4-2 24 16,-4 4 34-16,-1 2 55 0,-1 0 47 0,-3 7 17 15,-4 2 22-15,2 4 4 0,-5 3 1 0,1 1-7 16,-3 2-10-16,4 10-3 0,-6-10-1 15,6 10 4-15,-14 3 3 0,5 4 3 0,-1 5-3 16,-3 6-6-16,-1 6-6 0,-1 8 0 16,-2 4-12-16,4 3-11 0,-2 1-7 0,2 3-6 15,-2 2-6-15,3 0-3 0,1 3-5 0,2-1-4 16,4 2-2-16,-3-3-1 0,4-2-3 16,1-2 0-16,0-5 13 0,2-5 22 0,1-4-2 15,1-2-4-15,0-4 5 0,1-2-9 16,1-3-12-16,1-4 0 0,-1-1-6 15,2-4-8-15,-5-8-19 0,10 8-18 0,-10-8-19 16,0 0-20-16,22-9-18 0,-16 2-13 16,2-5-10-16,-1-2 7 0,2-3 21 0,-2 1 19 15,-2 0 8-15,1 4 27 0,-3-1 23 0,-2 1 7 16,0 2 4-16,-2 0 8 0,0 1 11 16,1 9 4-16,-6-16 10 0,6 16 11 0,-6-13-4 15,6 13-2-15,-3-11-11 0,3 11-9 0,2-8 0 16,-2 8-11-16,10-11-28 0,2 5-35 15,2-1-51-15,5-1-51 0,5 1-55 0,4 0-129 16,4-3-499-16,9 0 271 16,-1 1-80-16</inkml:trace>
  <inkml:trace contextRef="#ctx0" brushRef="#br0" timeOffset="186881.98">11322 12922 668 0,'2'-11'355'0,"1"2"-68"0,-1-2-64 0,2 4-41 15,3-1-40-15,0 0-8 0,3 2-17 0,-10 6-14 16,21-6 2-16,-21 6-20 0,24 0-11 15,-24 0 9-15,24 8 2 0,-11 0-13 0,-2 3 1 16,1 3-10-16,-1 3 4 0,-3 3-5 0,0 0-6 16,-6 3-1-16,2 2-9 0,-4 0 2 15,0 0-4-15,-1 1-5 0,-3 5-7 0,-1-3-5 16,-3 1-4-16,1 1-8 16,-2-1 5-16,-2-4-4 0,5-4-8 0,-4-2 8 15,5-4-8-15,0-1 12 0,0 0 11 0,1-6 5 16,4-8-17-16,-8 14-4 0,8-14-30 15,0 0-8-15,0 0-7 0,0 0-10 0,10-12-21 16,-2 2-17-16,2-5-19 0,4-1-4 0,-2-3-7 16,4 0 50-16,-2 3 8 0,4 2 9 15,0 2 1-15,-3 0 17 0,1 5 2 0,-4 1 8 16,1 4-5-16,-13 2 17 0,27 1 16 16,-27-1 8-16,23 9-3 0,-13 0-1 0,-1 0 7 15,2 4 0-15,-3-1-5 0,3 5 26 0,-3 1 19 16,1 1 0-16,0 1-14 0,0-2-13 15,0 2-5-15,-1-1-6 0,1-1-7 0,-1-1 10 16,0-4 1-16,1-1-3 0,-2 0-1 16,1-5-6-16,1-1-4 0,-9-6-8 15,21 5 8-15,-21-5-12 0,23-3-6 0,-11-3-14 16,1-3-17-16,4-3-19 0,-4-5-12 0,3-6-3 16,-3-2-11-16,3-9 14 15,-3-4 11-15,-1 0 10 0,-2-4 3 0,-2 2 10 0,-2-2 9 16,-3 5 20-16,-1 2 38 0,-3 1 8 15,-3 3 2-15,-1 3-6 0,0 4-12 0,-3 2-7 16,-2 2-4-16,1 2-1 0,0 3-3 0,-1 1-7 16,2 2-2-16,2 3-6 15,-2 1-12-15,-1 2-30 0,9 6-20 0,-10-6-36 16,10 6-62-16,0 0-82 0,0 0-83 0,-14 4-396 16,14-4 234-16,-5 9 25 0</inkml:trace>
  <inkml:trace contextRef="#ctx0" brushRef="#br0" timeOffset="187171.18">12212 13122 1213 0,'0'0'476'0,"0"0"-100"16,1 12-72-16,-1-12-73 0,0 12-48 15,0-12-31-15,3 14-41 0,-3-3-12 0,0 0-10 16,1 2 3-16,-1 0-12 0,0 4-18 0,0 2-2 16,0 1-17-16,-1-1 13 0,1 3-16 15,0 0-7-15,0-2-2 0,0 1-17 0,-1-2 4 16,1-1-5-16,0-1-6 0,-2-3-9 0,4 0-15 16,-4-3-16-16,2-11-31 0,0 18-45 15,0-18-74-15,0 0-84 0,0 10-77 16,0-10-73-16,0 0-329 0,-5-9 244 15,5 9 4-15</inkml:trace>
  <inkml:trace contextRef="#ctx0" brushRef="#br0" timeOffset="187629.31">12213 12861 656 0,'-10'-8'341'0,"10"8"-75"0,0 0-54 16,-11-7-55-16,11 7-18 0,0 0-16 0,0 0-17 15,-21 1 4-15,21-1-10 0,-10 11 17 0,10-11 1 16,-9 14 0-16,4-4-3 0,1-1-12 15,0 3-7-15,2 0-4 0,-1 0-8 0,3 1-7 16,0 0-8-16,3 0-11 0,-2 0-5 0,3-1-9 16,0 2 0-16,2-3-17 0,0 0 0 15,1-4-11-15,2-1-2 0,1 1-1 0,-10-7-6 16,19 3-16-16,-19-3-14 16,26-6-6-16,-15 1-12 0,4-3 3 0,1-3 1 15,-1-1 0-15,-2-5-9 0,1-1 2 0,-4-1 5 16,-1-1 4-16,1-2 11 0,-5 1 4 15,-1 4 14-15,-1 1-6 0,-3 1 6 0,-3 0 5 16,-1 2-7-16,-1 1 2 0,-5 0 3 0,1 4 1 16,-4 0-2-16,-1 2-1 0,3 1-2 15,-3 2-4-15,14 3-19 0,-22-3-45 0,22 3-39 16,-22 6-75-16,22-6-89 0,-19 8-462 16,19-8 243-16,-11 14 12 0</inkml:trace>
  <inkml:trace contextRef="#ctx0" brushRef="#br0" timeOffset="188501.3">12468 13134 917 0,'7'9'516'0,"-7"-9"-120"0,0 0-79 0,9 9-72 16,-9-9-61-16,0 0-38 0,19-4-39 15,-19 4-24-15,20-8-30 0,-8 1-27 0,-1-2-24 16,5-1-14-16,-2-4-30 0,2 0-14 16,2-6-30-16,1 1-10 0,4-8 6 15,0-2 6-15,-4 2-4 0,3-4 25 0,-5 1 11 16,-2 5 17-16,-4-1 15 0,2 2 24 16,-8 2 20-16,0 3 29 0,-1 3-3 0,0 0 9 15,-4 2-4-15,0 3-12 0,0 0 7 0,0 11-6 16,-4-18-1-16,4 18-8 0,-9-10 5 15,9 10-9-15,0 0 9 0,-19 4-1 0,11 2 0 16,1 4 2-16,-2 2 8 0,0 5 19 0,0 5-4 16,0 5 7-16,-2 3-8 0,0 9 2 15,0 1-12-15,-2 5 2 0,3-1-12 0,-3 2-5 16,2 2 0-16,0 3 9 16,0-1 15-16,2 1-19 0,4-4 5 0,-2 0-14 15,3 0-12-15,1-5 1 0,3-5-5 0,0-3-4 16,5-5-4-16,-1-4 8 0,1-2-7 15,1-3 3-15,2-2-4 0,1-6 3 0,0-4-20 16,0-3-31-16,-9-5-17 0,20 3-30 0,-20-3-16 16,22-9-17-16,-12-3-22 0,-1 0-12 15,1-2-11-15,-1-5 12 0,-3 1 13 0,-2 2 36 16,-1 0 19-16,-2-2 19 0,-2 1 7 16,-3 2 18-16,0 1 4 0,-2-1-3 0,-3 1 18 15,1 1 7-15,-2 1 15 0,1 1 8 16,-1 0 12-16,2 2 0 0,2 0 8 15,-2 0-8-15,8 9-2 0,-11-13 9 0,11 13-10 16,-8-10-2-16,8 10-3 0,-4-10-7 0,4 10 2 16,4-12-4-16,-4 12-1 0,12-9-19 15,-12 9-16-15,17-10-22 0,-17 10-29 0,25-8-20 16,-11 4-27-16,1 1-11 0,0-1-4 16,2 2 5-16,-2-1 19 0,2 2 5 0,-17 1 19 15,29-2 12-15,-29 2 11 0,26-3 19 0,-26 3 11 16,25-2 25-16,-25 2 31 0,23-1 24 15,-23 1 27-15,19-2 25 0,-19 2 26 0,0 0 19 16,22-1 8-16,-22 1 8 0,0 0-3 16,18-1-9-16,-18 1-2 0,0 0-19 15,0 0-15-15,16-1-14 0,-16 1-17 0,0 0 11 16,0 0 19-16,13 6 14 0,-13-6-3 16,5 10-5-16,-5-10 2 0,3 16-8 0,-3-6-9 15,0 2 0-15,-3 1 5 0,2 3-9 0,-2 3-14 16,1 3-6-16,-2 2 10 0,0-1-11 15,0 2-5-15,2-2-20 0,-2 0 2 0,4-2-15 16,-3-4-5-16,2-2-5 0,1 0-5 16,-1-4-1-16,-2 1-20 0,3-12-35 0,-1 16-63 15,1-16-73-15,0 0-71 0,0 0-42 16,0 0-79-16,0 0-98 0,0 0-356 0,-5-13 267 16,2 0-71-16</inkml:trace>
  <inkml:trace contextRef="#ctx0" brushRef="#br0" timeOffset="188992.84">12891 12968 973 0,'0'0'327'0,"0"0"-70"15,0 0-57-15,0 0-23 0,-16 5-31 16,16-5-12-16,-1 10-4 0,1-10-16 0,0 14-4 15,0-14-15-15,4 19-5 0,1-8-13 16,-1-2-8-16,5 2-10 0,-2-3-11 16,1 1-13-16,2-1 2 0,-1-2-10 0,0-1-9 15,-9-5-5-15,21 6 0 0,-21-6-3 0,20-3-2 16,-20 3-4-16,23-6-9 0,-12-2 3 16,1 2-7-16,-2-4 2 0,0 0-10 0,-1-2 13 15,-2-1-6-15,-1 0 8 0,0-2-11 16,-2 0 8-16,-3 2 7 0,-1 1 0 0,-1 0-3 15,-3 2 6-15,-2 0-3 0,-3 1-2 0,-1 3 3 16,-3 1-3-16,13 5-2 0,-28-4 3 16,28 4-4-16,-29 4-12 0,12 1-46 0,2 1-47 15,-2 3-50-15,1 2-72 0,2 1-59 0,-2 0-424 16,6 0 231-16,2-1 33 16</inkml:trace>
  <inkml:trace contextRef="#ctx0" brushRef="#br0" timeOffset="190664.74">13854 12847 367 0,'0'0'215'15,"-4"-12"-49"-15,4 12-23 0,-9-8-4 16,9 8 0-16,-10-11-4 0,10 11-5 15,-17-8 2-15,17 8-2 0,-19-9-2 0,5 4-10 0,1 1-3 16,3 0-13-16,-4 1-15 16,14 3-3-16,-20-5-15 0,20 5-10 0,-21-6-12 15,21 6-4-15,-16-7-16 0,16 7-3 0,-14-3 3 16,14 3-15-16,0 0 6 0,-16-4-1 16,16 4 0-16,0 0 0 0,0 0-10 0,-11-3 9 15,11 3 5-15,0 0 6 0,0 0 4 16,0 0-4-16,0 0 2 0,0 0 5 0,-1 10-2 15,1-10 4-15,1 10 6 0,-1-10 6 0,0 16-1 16,0-4 11-16,-1 1 19 0,-2 6 4 16,-1 4-7-16,3 2-5 0,-3 7 4 15,0 3-7-15,-3 6-6 0,2 4-7 0,-2 2-2 16,1-1-12-16,-2 1-8 0,3 2-2 16,-3-2-3-16,2 0-10 0,1 0 24 0,-3-3-20 15,3-2 1-15,1-7 6 0,0-1 25 16,3-3 2-16,0-5 3 0,1-1-13 0,-1-1 12 15,-1-5-16-15,2-1 1 0,0-2-1 0,0-1-1 16,0-2 12-16,0-1-12 0,0-2 3 16,2 1 6-16,-1 0-1 0,-1-11-12 0,1 17-2 15,-1-17-8-15,4 15-3 0,-4-15-8 16,1 14 7-16,-1-14-7 0,4 16 0 0,-4-16-2 16,3 17 4-16,-3-17-1 0,1 18 2 15,-1-18-8-15,1 15 0 0,-1-15 5 16,0 13-6-16,0-13 4 0,0 14 2 0,0-14 1 15,3 11-5-15,-3-11 4 0,0 0 2 0,1 12 4 16,-1-12 2-16,0 0 6 0,1 10 0 16,-1-10-3-16,0 0-1 0,5 9 1 0,-5-9-7 15,0 0-7-15,16 4 3 0,-16-4-6 0,21 3 0 16,-21-3-2-16,31 1-3 0,-11 1-14 16,1-1-31-16,4 1-44 0,2-1-70 0,-1-1-64 15,0 0-55-15,2-1-87 0,-2-1-112 16,2-1-667-16,-2 1 350 0,-1-3-314 0</inkml:trace>
  <inkml:trace contextRef="#ctx0" brushRef="#br0" timeOffset="191625.08">14147 13203 627 0,'-14'-2'330'0,"14"2"-56"0,-23-3-75 16,23 3-47-16,-24-2-27 0,24 2-9 0,-22-2-17 15,22 2-15-15,-23-4 3 0,23 4-8 16,-20-4 2-16,20 4-6 0,-13-4-19 0,13 4-23 15,-8-7-2-15,8 7 1 0,3-10-7 0,-3 10-11 16,9-14 4-16,-3 4-12 0,7-1 5 16,0-3-11-16,1 1-5 0,5-5 6 15,0-1 0-15,2 0 2 0,-1 0-7 0,0 0 6 16,0 0 21-16,-3 2 11 0,-3 3 11 16,-1 3 5-16,-3 0 4 0,1 2 0 0,-1 2-6 15,-4-2-1-15,2 4-1 0,-8 5-14 16,6-9-2-16,-6 9-2 0,0 0-2 0,0 0 4 15,0 0 2-15,0 0 2 0,0 0 4 0,-13 6-6 16,13-6-4-16,-9 16 1 0,6-7 0 16,-1 3-2-16,0 3 5 0,0 1-5 0,3 2 2 15,1 1-2-15,0 0-3 0,0 6 0 16,1-1-2-16,3-1-2 0,-1 2 4 16,2 1-4-16,-2-1 0 0,1 0-3 0,3 2 1 15,-2-2-2-15,0 0-1 0,-2-1 33 16,0 1-6-16,0-2-1 0,-2-2-4 0,-2-1-3 15,-2-1-15-15,-2-1 4 0,-1 0-16 0,-2-3 7 16,-1-1-3-16,-1-2-4 0,-3-2-8 16,2-1-11-16,-2-3-31 0,-4-3-36 0,17-3-21 15,-28 1-30-15,12-3-43 0,0-3-55 0,1-2-86 16,0-4-110-16,2-1-356 0,4-2 254 16,1-1-29-16</inkml:trace>
  <inkml:trace contextRef="#ctx0" brushRef="#br0" timeOffset="192108.18">14447 13243 979 0,'0'0'411'0,"0"0"-103"15,0 0-65-15,23 2-50 0,-23-2-32 16,10 5-40-16,-10-5-24 0,11 8-19 0,-11-8-16 15,8 13-16-15,-4-4-2 0,-4-9-12 0,5 17-3 16,-2-6-5-16,-2 0-5 0,0 0-2 16,-1 0-1-16,2-2-8 0,-4 2-1 15,2-11 2-15,-1 16 2 0,1-16 10 0,-4 14 1 16,4-14 5-16,-5 12 0 0,5-12 1 16,-8 7-9-16,8-7 2 0,0 0-7 0,0 0-2 15,0 0-4-15,-15-3 5 0,15 3-2 16,-4-11-2-16,4 11-2 0,0-19-3 0,0 8-3 15,4-3 2-15,0-2-2 0,3-4-3 0,2 1 4 16,0 2-2-16,2-1 1 0,1 1-1 16,1 1 2-16,0 2-5 0,1 2 2 0,1 3 2 15,-2 1-2-15,2 2 1 0,-1 4 0 16,-14 2 1-16,30 0-2 0,-15 2 6 16,-2 3 10-16,-2 3 1 0,2-1 1 0,-3 2 3 15,-1 2 11-15,-1 2 4 0,-3-1 8 16,0 1-6-16,-3-1 1 0,1 1-9 0,-2 0 9 15,-1-1-1-15,0 2-6 0,-1-2-10 0,-2 1-5 16,2 1-8-16,-1-3-29 0,-1 0-44 16,0-3-35-16,3-8-33 0,-1 17-48 0,1-17-83 15,-1 8-158-15,1-8-344 0,0 0 251 16,0 0-16-16</inkml:trace>
  <inkml:trace contextRef="#ctx0" brushRef="#br0" timeOffset="192449.25">15035 13066 1127 0,'0'-10'376'15,"0"10"-84"-15,0 0-58 0,0-12-51 16,0 12-39-16,0 0-28 0,0 0-24 0,0 0 4 16,0 0-1-16,-3 11-8 0,3-11-7 15,-1 17 0-15,0-4-12 0,-2 4-5 16,2-1-2-16,-3 6-6 0,-1 0-2 0,-1 1-6 16,1 1-4-16,-3 6-2 0,2-4-6 0,-1 0 17 15,1-2-7-15,1 0-8 0,-2-4-11 16,3 0 0-16,1-3-2 0,-1-3-8 0,-1 1-43 15,1-5-62-15,1-1-82 0,3-9-116 16,-6 11-212-16,6-11-329 0,0 0 269 0,0 0-74 16</inkml:trace>
  <inkml:trace contextRef="#ctx0" brushRef="#br0" timeOffset="193009">14966 13015 727 0,'1'-12'456'0,"3"2"-116"15,1-2-68-15,3-1-51 0,-2 2-47 16,6 0-46-16,-2 1-19 0,5 0-17 0,3 0-26 16,-3 1-7-16,6 2-16 0,-6 1-4 15,6 3-9-15,-3 2-10 0,2 0 2 16,0 2-7-16,0 2-3 0,0 5-6 0,-1 0 6 0,-1 4-5 15,-2 1-10-15,-3 4 6 16,1 0-2-16,-5 4 2 0,-2-2 1 0,-4 4 13 16,1-1 1-16,-4-1 14 0,-1 2 1 0,-3-1-11 15,-1 0 4-15,-3-1-7 0,-2-1-5 16,-3-2-1-16,-1-2 1 0,0 1-6 0,0-5 6 16,-1-2-9-16,2-3 9 0,1 0 4 0,12-7 0 15,-20 8-7-15,20-8-2 0,0 0-3 16,-21-2 0-16,21 2-9 0,-8-7 1 0,8 7-3 15,-3-15-6-15,6 5 3 0,-1 0-3 16,6-1-4-16,1 1-10 0,1 0-6 16,-1 1-17-16,4 1-9 0,1 2-3 0,0 2-8 15,0 1 10-15,-14 3 0 0,28-1 17 16,-28 1 5-16,28 5 12 0,-11 1 9 0,-3 2 28 16,1 2 6-16,0 2 11 0,-2 2 26 0,-4 0 6 15,1 4 3-15,-3-4 5 0,-3 3 7 16,-3-3 1-16,0 4 6 0,-2-2 10 0,-4 0 1 15,-1 0 3-15,-2 1-7 0,-4 0-7 16,1-4-12-16,-6 1-7 0,0 0-18 0,-2-4-15 16,-1 0 0-16,-1-2-12 0,0-2-29 0,-1-4-41 15,4 0-33-15,-2-2-36 0,1-3-47 16,2 0-54-16,2-2-66 0,1-2-108 0,0 0-414 16,4-4 262-16,2-1-55 0</inkml:trace>
  <inkml:trace contextRef="#ctx0" brushRef="#br0" timeOffset="194080.6">15521 13247 873 0,'0'0'298'0,"1"-10"-52"0,-1 10-64 16,0 0-21-16,0 0-33 0,4-11-35 0,-4 11-1 16,0 0-1-16,0 0 26 0,0 0-6 15,0 0 0-15,0 0-10 0,-4 11-17 0,4-11-1 16,-1 13-3-16,1-13-2 0,-3 21-9 0,3-9-9 16,0 1-6-16,3-1-5 0,-3 4-7 15,1 0 8-15,3-1-4 0,-3 1 3 16,2-2-8-16,2-2-13 0,1 2 0 0,-1-2-5 15,2-2-6-15,3-3-5 0,-1 0-1 16,-9-7-13-16,19 6-21 0,-19-6-26 0,24-1-19 16,-7-1-13-16,-4-3-9 0,1-3-11 15,2-1 8-15,2-3-13 0,-4-1 18 0,-1-3 5 16,2 0 2-16,-2-2 22 0,-2 2 18 0,1 1 43 16,-3 1 20-16,-3 3 5 0,2 0 2 15,-4 3-8-15,-4 8 7 0,5-10 16 0,-5 10 3 16,0 0-6-16,0 0-4 0,0 0 7 15,0 0-12-15,-4 10 3 0,4-10-5 16,-3 13 1-16,3-13-8 0,2 20 3 0,-1-9-9 0,0 0 1 16,3 2-5-16,0-3-1 15,1 2 0-15,4 0 1 0,-1-1-6 0,2 0-1 16,0-3-7-16,0-2 4 0,-1 0-32 0,5-2-35 16,-14-4-38-16,23 3-24 0,-23-3-11 15,27-4-8-15,-13-2 4 0,-1-1-3 0,2-2 13 16,-2-3 15-16,1-2 24 0,-3-1 19 15,2-1 37-15,-3-2 55 0,-1 2 58 0,0 0 37 16,0 3 4-16,-4 0 6 0,0 4-22 0,-2-1-17 16,-3 10-7-16,5-12-22 0,-5 12 6 15,0 0-1-15,0 0-3 0,0 0-7 0,0 0-11 16,0 0 2-16,-8 8-5 0,8-8-3 16,-4 17-6-16,3-6-3 0,1 0-6 0,-1 0-7 15,2 3 0-15,-1-3-1 0,3 1 2 16,-1 1-6-16,2 2 2 0,3-3-1 15,-1 0-9-15,0-2-58 0,-1-1-78 0,-5-9-71 16,12 11-114-16,-12-11-441 0,12 6 250 0,-12-6-11 16</inkml:trace>
  <inkml:trace contextRef="#ctx0" brushRef="#br0" timeOffset="194513.07">15924 12894 678 0,'-8'15'247'15,"3"-6"-34"-15,0 0-31 0,1 1-16 16,3 1-10-16,0 2-6 0,-2-3-11 0,3 2-13 16,2-2 1-16,0 0-18 0,1 1-34 15,2-3-6-15,-5-8-24 0,11 15 1 0,-11-15-22 16,13 9-1-16,-13-9-27 0,19 1-27 16,-19-1-11-16,22-7-24 0,-12 0-20 0,3-2-4 15,-2-3-15-15,-1-4 11 0,3-2 21 0,-4-2 15 16,1-4 26-16,-2 2 39 0,1 1 27 15,-7 4 27-15,2 1-2 0,-4-1-4 0,0 4-8 16,0 3-10-16,-4 0-18 0,1 2 2 16,3 8 5-16,-12-9-7 0,12 9-5 0,0 0-10 15,-19 0-1-15,19 0 5 0,-14 11-12 0,8-5-23 16,6-6-44-16,-7 17-61 16,7-17-77-16,-2 18-118 0,3-8-156 0,1-2 151 15,2 0 210-15</inkml:trace>
  <inkml:trace contextRef="#ctx0" brushRef="#br0" timeOffset="194801.09">16294 12847 878 0,'0'0'500'0,"0"0"-115"0,0 0-80 0,15 6-56 15,-15-6-65-15,0 13-34 0,0-3-4 16,0 1-1-16,0 3-11 0,-1 1-2 15,-1 3-3-15,0 2-11 0,1 5-8 0,0 2-6 0,-1 1-12 16,1 6-17-16,-3 0-15 16,3 0-9-16,-3 0-9 0,3 0 1 0,0 1 20 15,-1-4 6-15,2-4-15 0,0 1-7 16,0-3-8-16,0-1 0 0,-1-4-13 0,1 0-17 16,0-4 4-16,-1-1 0 0,-1-2 0 0,2-1-31 15,0 0-33-15,0-12-67 0,0 15-63 16,0-15-85-16,0 0-102 0,0 0-142 0,0 0-402 15,0 0 285-15,0 0-138 0</inkml:trace>
  <inkml:trace contextRef="#ctx0" brushRef="#br0" timeOffset="195165.97">16534 12989 743 0,'5'-16'455'0,"-3"7"-117"0,1-2-68 0,1 3-47 16,-4 8-46-16,10-16-46 0,-10 16-23 0,5-10-27 15,-5 10-2-15,0 0 6 0,0 0 11 16,0 0-8-16,16 2 2 0,-16-2-19 16,7 14 2-16,-4-3 2 0,-1 1 2 0,-1 3 10 15,1 2-2-15,0 1 9 0,1 2-5 16,-2-1 9-16,-1 5 1 0,1 1 5 0,-1 0 13 15,3 1-14-15,-3 0-2 0,1 2-19 16,-1-2-23-16,0 3-8 0,-1-1-9 0,0 4-9 16,-1-4-6-16,1 0 2 0,0-1-8 0,-2-1-14 15,2-4 5-15,0-3-5 0,-2-1-9 16,3-1-2-16,-2-3-37 0,0-2-48 0,2-2-62 16,0-10-73-16,-6 13-92 0,6-13-148 0,0 0-570 15,-11 5 309-15,11-5-231 16</inkml:trace>
  <inkml:trace contextRef="#ctx0" brushRef="#br0" timeOffset="195360.97">16499 13302 823 0,'0'0'516'0,"4"-9"-124"0,-4 9-84 0,0 0-65 0,4-7-59 15,-4 7-42-15,0 0-28 0,19-3-26 16,-19 3-25-16,19-2-27 0,-19 2-35 16,26 0-40-16,-26 0-31 0,33 2-40 0,-14-2-54 15,-1 1-78-15,2-1-114 0,-1 2-250 16,2-2 186-16,-21 0 118 0</inkml:trace>
  <inkml:trace contextRef="#ctx0" brushRef="#br0" timeOffset="196161.86">16427 12711 533 0,'0'0'259'16,"17"-10"-57"-16,-6 4-36 0,1 1-35 15,3 0-21-15,1 2-17 0,-1-2-1 0,3 1-5 16,0 1-2-16,1-1-12 0,0 2 7 0,1-1-14 16,1 1-3-16,-1 1-10 0,1 1-22 15,1-1 7-15,-2 2-5 0,-1 0-8 0,3-1-6 16,-3 1-12-16,-4 1 15 0,4 1 2 15,-2 0-2-15,1 0 10 0,-4-1 4 0,-14-2-12 16,28 8 5-16,-15-5 11 0,1 2-3 16,-3 0-4-16,3 1 6 0,-2-2-5 15,-1 4 17-15,-1-1-4 0,2 0 3 0,-2 0 2 16,0 3 11-16,-1 0 0 0,1 1-9 0,-1 0-2 16,-1 3 9-16,1 3 10 0,1 1 23 15,-3 2 17-15,-1 2-14 0,-1 8 2 0,1 1 0 16,-2 3-3-16,-3 1-4 0,1 3-14 15,-2 2 5-15,-2 7 5 0,0-2-7 0,-3 7-11 16,1-4-7-16,0 2-7 0,-1 0 4 0,-1-2-5 16,1-2-7-16,-2 0 0 0,2-2 10 15,1-3-2-15,2-5 6 0,-1-1-4 0,-1-2 1 16,3-6-7-16,0-1-14 0,0-1 2 16,-1-1-14-16,2-5-1 0,-1 1-3 15,1-4-3-15,-3-2-5 0,3-2-1 0,-1 1-4 16,1-2-1-16,0-11-2 0,-1 17 1 15,1-17 3-15,-4 15 1 0,4-15-2 0,-1 12 1 16,1-12 1-16,-4 11-3 0,4-11-3 0,-9 7-4 16,9-7 4-16,-11 6-6 0,11-6 4 15,-21 3 0-15,21-3-1 0,-27 4-6 0,8-4 2 16,-2 1-28-16,-9-1-46 0,-2 0-56 0,-10-1-39 16,-5 0-20-16,-4-2-22 0,-1 2-46 15,2 0-76-15,-1 0-160 0,9 2-547 0,0-1 311 16,6 0-236-16</inkml:trace>
  <inkml:trace contextRef="#ctx0" brushRef="#br0" timeOffset="197464.05">7192 14597 836 0,'0'0'276'16,"-15"5"-55"-16,15-5-60 0,-11 4-18 0,11-4-28 15,0 0-32-15,-17 5 5 0,17-5-13 16,0 0-18-16,-11 3 8 0,11-3-24 0,0 0 14 16,0 0-4-16,-13 5-14 0,13-5 3 15,0 0 12-15,0 0 2 0,0 0-10 0,0 0 9 16,13 3-8-16,-13-3-10 0,19 2 4 0,-19-2-1 16,35 3 0-16,-9-3 1 0,5 0-11 15,8 2-6-15,11-1-2 0,5 0-2 0,4 1-4 16,4-2 1-16,18 1-7 0,-1-1 1 0,6 2-3 15,0-2-3-15,1 1 0 16,0 1-4-16,1 0 3 0,-1-2 3 0,-2 3-1 0,2 0-6 16,-4-1-5-16,-3 1-1 0,-5 0-5 15,2 0 3-15,-16 0-1 0,0 0-3 16,-1-1 2-16,0 0 8 0,-5-1-5 0,-3-1 5 16,-7 0-1-16,-3 0-3 0,-4-1 1 15,-6-1-1-15,-4 2 2 0,-5 0-11 0,-4-2 3 16,-19 2-11-16,27-3 12 0,-27 3 1 0,17-5-6 15,-17 5-7-15,9-6-4 0,-9 6-18 16,0 0-20-16,0 0-30 0,0-10-56 0,0 10-91 16,0 0-402-16,-11-9 203 0,11 9 85 15</inkml:trace>
  <inkml:trace contextRef="#ctx0" brushRef="#br0" timeOffset="197773.16">9211 14512 778 0,'-6'-8'485'15,"6"8"-117"-15,0 0-65 0,-6-9-57 0,6 9-53 16,0 0-48-16,0 0-28 0,8-10-18 0,-8 10-14 16,0 0-16-16,20-1-10 0,-20 1-8 15,22 1-6-15,-22-1-5 0,28 5-5 0,-13-2 7 16,2 2-6-16,-1 0-2 0,1 2-4 15,1 1-5-15,-3 2-1 0,-1 1-3 16,-2-3 0-16,-1 4-4 0,-3 1 2 0,-3 1-2 16,-4 0-4-16,-1 0 0 0,-1 1-2 15,-6 2-1-15,0 1-6 0,-6 1 1 0,-2 0-3 16,-3 1-18-16,-1-1-29 0,-2-1-28 0,6-4-29 16,0 0-57-16,2-4-74 0,7-3-145 15,6-7-400-15,-8 11 253 0,8-11-27 0</inkml:trace>
  <inkml:trace contextRef="#ctx0" brushRef="#br0" timeOffset="198229.77">10272 14330 1111 0,'5'-9'478'16,"-5"9"-107"-16,0 0-72 0,8-6-70 15,-8 6-45-15,0 0-39 0,6 8-12 0,-6-8-16 16,4 17-9-16,-3-5-7 0,2 4-5 0,-2 2-7 16,-1 2-11-16,1 6-5 0,-1 1-16 15,0 1-10-15,0 5-1 0,-1 0-14 0,1 0-3 16,-1-5-2-16,-2-1-8 0,3-2-4 15,0 0 1-15,-2-6-9 0,0 0-5 16,1-2 5-16,1-2-23 0,-3-3-36 0,2-1-43 16,1-11-58-16,-5 15-82 0,5-15-87 15,-9 9-94-15,9-9-413 0,0 0 268 0,0 0-75 16</inkml:trace>
  <inkml:trace contextRef="#ctx0" brushRef="#br0" timeOffset="198742.39">10360 14422 967 0,'7'-12'436'15,"1"-1"-98"-15,1 2-65 0,2 0-53 0,2-2-48 16,3 0-36-16,0 1-26 0,6 0-21 0,1 1-22 16,4-2-8-16,1 5-13 0,1-1-7 15,2 3-15-15,-4 1-4 0,-1 4 0 0,-2 0-8 16,2 3-7-16,-4 3-3 0,-1 1-3 0,-4 3 1 15,-2-1 1-15,-3 3 1 0,-3-1-3 16,-4 4 7-16,-4-1-7 0,-1 2 1 0,-4 2 8 16,-1 1 5-16,-5 2 4 0,0 0 5 15,-7 1 2-15,2-1 0 0,-3 1 5 16,-1-4 3-16,-3-1 2 0,3-3 8 0,1-2 10 16,-1-1 4-16,4-4 2 0,-1 0 3 15,5-3-9-15,11-3-10 0,-22 3-11 0,22-3-1 16,-11-3-11-16,11 3-9 0,0 0-6 0,-3-15-9 15,3 15-7-15,9-12-11 0,0 5-2 16,2 1-1-16,2 2-1 0,3-2 4 0,2 2 1 16,-1 3 12-16,3 0 2 0,0 2 1 15,0 3-1-15,1 1-2 0,-1 1 7 0,2 4 3 16,-3 1-3-16,-3 2 0 0,-3-1 7 0,0 1 6 16,-4 1 9-16,-4 1 1 0,-4 0 9 15,-1-2 2-15,-2 3 9 0,-5 0 14 16,-4 2 0-16,-2-3-5 0,-2 1-10 0,-7-1-10 15,-2 0-2-15,-3-3-10 0,-2-3-3 16,-3-2-7-16,-2-1-21 0,-1-3-25 0,2-3-27 16,-3-3-16-16,2-2-13 0,-1-1-14 15,7-3-29-15,1-2-44 0,7-1-102 0,2-4-195 16,7-2-295-16,3-2 252 0,7-3-22 0</inkml:trace>
  <inkml:trace contextRef="#ctx0" brushRef="#br0" timeOffset="199052.93">11114 14146 1182 0,'11'-12'461'15,"-11"12"-96"-15,0 0-81 0,10-6-68 0,-10 6-40 16,0 0-40-16,9 6-12 0,-9-6-14 0,4 13-14 15,-1-1-9-15,-2 1 1 0,-1 2 7 16,1 5 5-16,2 2 15 0,-2 4 3 0,-1 3-15 16,3 5-17-16,-3 1-5 0,1 3-14 15,-1 1-15-15,0 0-10 0,0 1 1 0,0 5-11 16,0-6 0-16,0 1-13 0,0-4 0 16,1 2 1-16,-1-4-7 0,4-2-4 15,-3-4 5-15,2-3-29 0,-2-3-46 0,0-2-56 16,2-4-68-16,-2-3-80 0,-1-2-139 0,0-11-637 15,3 14 310-15,-3-14-234 0</inkml:trace>
  <inkml:trace contextRef="#ctx0" brushRef="#br0" timeOffset="199864.5">11508 14498 775 0,'-1'-13'301'16,"1"13"-56"-16,-2-11-50 0,2 11-23 0,0 0-40 15,0-12-33-15,0 12-1 0,0 0 8 16,0 0 5-16,0 0-7 0,0 0-19 0,-6 12 6 16,5-2-5-16,0 1-8 0,-2 3-12 15,2 3-9-15,1 0-10 0,0 4-7 0,-2-4-10 16,4 4-7-16,-1-2-5 0,0-1-1 0,3-1 1 16,-1-1-3-16,0 1-4 0,2-2 2 15,-1-4-2-15,1-3-2 0,3 1-2 16,-8-9-1-16,15 9-10 0,-15-9-14 0,0 0-30 15,30-2-15-15,-19-4-23 0,3-1-9 16,0-5-3-16,0-5 4 0,2 3 5 0,-1-8-4 16,1 0 24-16,1-2 5 0,-3 2 34 15,-4 3 52-15,3 3 24 0,-5 3-2 0,1 1-9 16,-2 3-11-16,-7 9 44 0,8-9 15 0,-8 9-7 16,0 0 0-16,0 0-2 0,5 9-6 15,-5-9-8-15,-4 17-7 0,3-6-9 0,0 1-6 16,-1 1-4-16,2-1-7 0,3 1-2 15,-2-1-4-15,2 1 1 0,1 1-8 0,2-1-1 16,0-2 1-16,3-1-7 0,0 0-2 16,2-4-2-16,2 2-7 0,2-3-53 15,0-4-93-15,-15-1-94 0,30-1-158 0,-13-4-346 16,1-1 244-16,2-3 3 0</inkml:trace>
  <inkml:trace contextRef="#ctx0" brushRef="#br0" timeOffset="200009.19">12188 14280 722 0,'-3'-9'318'0,"3"9"-105"0,0 0-66 0,-4-11-85 16,4 11-69-16,0 0-55 0,0 0-56 16,0 0-287-16,0 0 132 0,0 0 84 15</inkml:trace>
  <inkml:trace contextRef="#ctx0" brushRef="#br0" timeOffset="200509.18">12142 14581 952 0,'0'0'299'0,"0"12"-59"15,0-12-18-15,0 0-28 0,4 15-25 0,-4-15-32 16,2 7-27-16,-2-7-14 0,8 9-18 0,-8-9-11 16,6 9-18-16,-6-9-3 0,9 6-8 15,-9-6-10-15,14 4-3 0,-14-4-11 0,0 0 1 16,18 1-5-16,-18-1 3 0,17-3-5 15,-17 3-6-15,15-10-1 0,-6 3 3 0,-3-2-11 16,2 0-12-16,1-4 4 0,-4 1-8 16,4-1-7-16,-4-3 2 0,-1 3 5 15,-2-4 21-15,1 5 4 0,-4-1 14 0,1 1 2 16,-3 1 17-16,-1 3 6 0,4 8 12 0,-10-14 11 16,10 14 9-16,-18-6 1 0,18 6 4 15,-21 1 3-15,9 4-3 0,-1 1-4 0,-2 2-2 16,0 4-1-16,-2 0 6 0,3 3-8 15,-1 1-1-15,2 2-6 0,-1-1-12 0,2 0-9 16,1 3-9-16,3 1 12 0,2-4-10 0,2 1-6 16,4-2-9-16,0 1-5 15,5-2-13-15,2-1-6 0,5 1-12 0,3-4-52 16,5 0-81-16,-1-2-84 0,4-4-117 0,1-2-158 16,0-3-343-16,4-4 273 0,3-3-93 15</inkml:trace>
  <inkml:trace contextRef="#ctx0" brushRef="#br0" timeOffset="200784.65">12637 14254 1215 0,'0'0'431'0,"-1"-18"-88"0,1 18-68 16,-3-13-66-16,3 13-48 0,0-9-30 0,0 9-29 15,0 0-15-15,0 0-14 0,0 0-14 0,0 0 0 16,0 9 25-16,0-9-6 0,0 21 1 15,0-5 3-15,-1 2 5 0,-2 1-9 16,1 6 0-16,-2 5 11 0,-1 1-19 0,-3 2-2 16,3-2-4-16,-4 9-12 0,0-3-12 15,-1 3-6-15,1-4-7 0,1-5-6 0,2 0-9 16,-2-2 6-16,3-6-8 0,1-1-33 16,2-4-50-16,-1-1-53 0,-1-1-48 0,2-6-73 15,-1 0-114-15,3-10-187 0,-7 7-292 0,7-7 271 16,0 0-85-16</inkml:trace>
  <inkml:trace contextRef="#ctx0" brushRef="#br0" timeOffset="200967.35">12393 14630 1128 0,'-4'-9'393'0,"4"9"-88"16,0 0-68-16,4-12-68 0,-4 12-49 15,14-5-39-15,-14 5-35 0,18-7-36 0,-18 7-55 16,23-4-24-16,-23 4-58 0,28-2-38 0,-28 2-60 16,28-1-58-16,-10 0-211 0,-3 1 153 15,-15 0 202-15</inkml:trace>
  <inkml:trace contextRef="#ctx0" brushRef="#br0" timeOffset="201324.44">12670 14574 634 0,'18'-2'378'16,"-18"2"-69"-16,0 0-58 0,0 0-49 15,0 0-24-15,0 0-17 0,0 0-20 0,-3 17-14 16,3-17-3-16,-5 13-15 0,5-13-8 0,-5 17-7 16,0-7-7-16,0 1-10 0,2 1-10 15,1 0-8-15,-1-1-12 0,1 1-2 0,-1 0-6 16,3 0 15-16,0 0 6 0,3-1-9 16,-1 0-9-16,2-2-10 0,3-1-6 0,1 0-13 15,-8-8-27-15,18 9-31 0,-18-9-23 16,23 3-14-16,-23-3-18 0,26-6-7 15,-12-2-7-15,-2 1-20 0,4-6-5 0,-2-1 15 16,-3-4 31-16,1 1 12 0,-1-2 33 0,-3 1 25 16,-3 2 55-16,-1-1 23 0,-3 2 15 15,-3 1-12-15,-2 1 4 0,-3 0-9 0,-2 4-6 16,-2 0 1-16,-2 1 6 0,-1 3-13 16,0 3-6-16,14 2-9 0,-28 0-3 0,12 2-3 15,0 4-6-15,0 1-4 0,3 1-6 0,-4 1-15 16,6 1-10-16,1 0-32 0,0 1-18 15,2-1-37-15,1 0-44 0,5-1-74 0,-2-1-136 16,4-8-261-16,0 13 193 0,0-13 100 16</inkml:trace>
  <inkml:trace contextRef="#ctx0" brushRef="#br0" timeOffset="201684.27">12877 14608 824 0,'0'0'527'0,"0"0"-129"0,0 0-78 0,6 8-65 16,-6-8-64-16,-1 11-36 0,1-11-28 16,-1 14-21-16,1-14-10 0,-3 20-12 0,3-9-13 15,0 0-6-15,0-1 7 0,3 2 4 16,0 1-7-16,6-2-9 0,-1 1-10 16,0-1 7-16,4-2-11 0,0 0-13 0,2-2-7 15,0-1-8-15,1 0-21 0,3-5-18 0,-18-1-11 16,34 0-4-16,-16-3-7 0,0-2-4 15,1-3 0-15,-1-1-6 0,-1-2 0 0,-3-2 5 16,0-1 10-16,-4-2 4 0,-1-1 7 16,-3 2 8-16,-1 0 14 0,-2-2 10 0,-4 3 7 15,-2 0 5-15,-3 1 2 0,-3 0-4 0,-1 3-4 16,-2-1-5-16,-2 4 1 0,1 1 1 16,-2 3 2-16,15 3-7 0,-28-3-1 0,28 3 1 15,-29 5-5-15,13-1-1 0,1 2-31 16,2-2-38-16,0 4-66 0,2-1-52 15,2-1-95-15,0 1-159 0,9-7-243 0,-10 8 219 16,10-8 54-16</inkml:trace>
  <inkml:trace contextRef="#ctx0" brushRef="#br0" timeOffset="201988.1">13352 14283 811 0,'8'-7'472'0,"-8"7"-117"0,12-8-69 16,-12 8-61-16,0 0-42 0,20 0-36 0,-20 0-33 15,10 8-6-15,-5 0-7 0,-1 2 4 16,1 1 1-16,-1 4 12 0,-3 2 4 16,2 1-6-16,-2 2-9 0,-2 4 10 0,0 2-11 15,-2 1-11-15,-1 4-10 0,-1-2-3 0,0 4-14 16,0-1-5-16,-1-1-9 0,-1-2-20 15,2 0 0-15,-3-5-8 0,3-2 2 0,3-1-16 16,-3-6-6-16,2 1 0 16,-1-4-38-16,3-3-52 0,1-9-63 0,-5 16-62 0,5-16-80 15,0 0-105-15,-8 6-139 0,8-6-289 0,0 0 266 16,-9-9-69-16</inkml:trace>
  <inkml:trace contextRef="#ctx0" brushRef="#br0" timeOffset="202178.05">13201 14527 1198 0,'0'0'496'0,"0"0"-98"0,0 0-83 0,2-13-74 16,-2 13-50-16,0 0-34 0,18-5-34 16,-18 5-24-16,20-1-23 0,-20 1-15 0,30-1-15 15,-11-1-43-15,0 1-52 0,4-1-61 16,0 1-64-16,0-2-72 0,4 1-119 15,-2-1-415-15,2 0 254 0,-2-1-27 0</inkml:trace>
  <inkml:trace contextRef="#ctx0" brushRef="#br0" timeOffset="202668.16">13632 14333 584 0,'-2'-11'402'0,"2"11"-77"0,0 0-99 16,-1-10-50-16,1 10-13 0,0 0-3 0,0 0-3 16,0 0-7-16,0 0-18 0,-9 10-4 0,9-10-4 15,-5 19 0-15,0-5-2 0,1 0-7 16,-1 4-12-16,0 3-8 0,-1-1-6 0,1 5-9 15,-1-1-6-15,0 3-10 0,0 1-6 0,-1-2-6 16,2-3-8-16,0 0-4 0,3-3-5 16,-1-3-6-16,-1 0-4 0,3-1 1 15,0-4-2-15,-1-1 15 0,2-11-10 0,3 18-5 16,-3-18-13-16,6 9-6 0,-6-9 1 16,0 0-18-16,17 3 1 0,-17-3-13 0,19-8-5 15,-9 1 0-15,3-1-4 0,-1-5-14 16,1 2 12-16,0-1 4 0,1 0 5 0,-1 2 13 15,0 0-1-15,-2 1 6 0,0 3 1 16,-2 0-2-16,-9 6 12 0,17-4-5 0,-17 4 12 16,17 1 22-16,-17-1 12 0,16 9-5 0,-7-3-3 15,3 1-8-15,-5 3-12 0,1 0 0 16,-3-2-8-16,1 2-2 0,-2-2-1 0,0 2 8 16,-4-10-6-16,4 17-15 0,-4-17-25 0,0 15-37 15,0-15-47-15,-1 12-54 0,1-12-88 16,-4 11-108-16,4-11-558 0,0 0 288 15,-10 9-148-15</inkml:trace>
  <inkml:trace contextRef="#ctx0" brushRef="#br0" timeOffset="204276.21">7000 14682 408 0,'0'0'293'0,"0"0"-48"0,3-10-26 16,-3 10-40-16,0 0-15 0,0 0-16 15,1-10-33-15,-1 10 2 0,0 0-35 0,0 0 5 16,0 0-19-16,0 0-29 0,5-8 7 0,-5 8 0 16,0 0-9-16,0 0 16 0,0 0 15 15,2 10 3-15,-2-10-1 0,3 18 3 0,-3-6 3 16,0 5 3-16,0 4-6 0,-1 5-10 0,-2 7 8 15,2 2-3-15,-4 7-13 16,1 5-3-16,1-1-13 0,1 4-3 0,-2 1-8 0,1-1-9 16,1 0 3-16,-1-2-5 15,2-1-5-15,1-2-2 0,0-7-1 0,0-1-1 16,0-2-2-16,0 2 3 0,0-3-3 0,0-6 0 16,0 1-2-16,0-1-1 0,-1-3 1 15,1 0-1-15,-3 0 0 0,0-3-5 0,0 0 4 16,-1-4-5-16,4-1-8 0,-2-1-16 0,-1 0-12 15,2-5-9-15,-1 0-11 0,1-1-13 16,1 2-4-16,0-12-15 0,-1 14-22 0,1-14 1 16,-3 14-9-16,3-14-5 0,0 11-2 15,0-11 23-15,0 11 21 0,0-11-11 16,0 0-35-16,4 11-28 0,-4-11 0 0,0 0 25 16,0 0 26-16,0 0 25 0,0 0 35 15,8 8 27-15,-8-8 23 0,0 0 10 0,0 0 18 16,0 0 16-16,11-9 26 0,-11 9 10 0,0 0-6 15,8-9 7-15,-8 9-10 0,6-6-4 16,-6 6 8-16,9-9-14 0,-9 9-13 0,14-10 20 16,-14 10 10-16,18-8 17 0,-3 3-12 15,2 0-12-15,2 3-1 0,4-3-8 0,5 2-4 16,5-2-13-16,4 4-4 0,13-2-7 0,0 2-9 16,5 0-1-16,3 1-6 0,5 1-2 15,15-2-5-15,3 0-7 0,6 1-2 16,-2 0-4-16,6-1 5 0,-3 1-3 0,3-2 1 15,-2 1 4-15,-1 0-5 0,0 1-1 16,-4-2-2-16,-6 1 3 0,-2-1-2 0,-13 1-2 16,-7 0-2-16,-5 1-20 0,-9 0-14 15,-5-1-30-15,-7 1-27 0,-8 0 12 0,-4 0 14 16,-18 0 11-16,26 0-1 0,-26 0 10 0,0 0-24 16,19 0-33-16,-19 0-34 0,0 0-46 15,0 0-67-15,0 0-253 0,0 0 156 0,-9-8 193 16</inkml:trace>
  <inkml:trace contextRef="#ctx0" brushRef="#br0" timeOffset="204621.06">8940 15599 1150 0,'-2'-10'382'0,"2"10"-79"15,0 0-60-15,-5-10-48 0,5 10-41 16,0 0-23-16,0 0-9 0,0 0-10 0,0 0-1 16,0 0-10-16,16-3-11 0,-16 3-10 15,18 7-7-15,-7-3-11 0,2 4-6 16,-1-1-5-16,4 0 15 0,0 2-9 0,3 3 3 16,0-2 21-16,0 2-1 0,0 1-17 15,-2 1-6-15,2 1-8 0,-3 0 4 0,-2 0-9 16,-2 1-11-16,-1-1 9 0,-3 1-13 0,-3-2-3 15,-4 2-3-15,-2-1-7 0,-1 3-4 16,-4-4-8-16,-1 5 0 0,-6-2 6 0,2 1-14 16,-5-2-12-16,1-1-39 0,0 0-45 0,-1-2-42 15,1-1-50-15,5-1-71 0,0-3-92 16,10-8-196-16,-14 10-255 0,14-10 263 16,0 0-54-16</inkml:trace>
  <inkml:trace contextRef="#ctx0" brushRef="#br0" timeOffset="205573.16">9917 15399 761 0,'9'-10'410'0,"4"1"-90"15,-2 0-61-15,3 2-40 0,2-1-26 0,-1 0-22 16,0 3-33-16,3 1-19 0,0 2-16 0,-18 2-18 16,32 0-3-16,-17 6 3 0,1 0 3 15,-4 4-2-15,1 4 7 0,-1 2-1 0,-2 3-10 16,-4 0-5-16,-1 4 12 0,-1 2-12 15,-3 1-14-15,-1 2-10 0,-1 0-9 16,-3 5-8-16,2 0-2 0,-2-2-6 0,-3-2-4 16,2-6 3-16,-1 1 18 0,2-2 3 0,-1-8 13 15,3 3 26-15,-1-5-1 0,0-1 6 16,1-1-18-16,2-10-17 0,-3 11-19 0,3-11-9 16,0 0-9-16,0 0-13 0,0 0-4 15,9-11-19-15,-5 1-19 0,4-1-21 0,-1-4-8 16,2-2-12-16,2 1 6 0,1 0 7 0,0 1 14 15,-2 1 14-15,3 3 3 0,-3 1-2 16,-1 3 7-16,1 1 10 0,-10 6 3 0,15-6-4 16,-15 6 8-16,0 0-1 0,22 6 1 15,-22-6 4-15,12 13-2 0,-6-3 6 16,0 1 5-16,1 3 4 0,-1 1 3 0,2 2 0 16,-1 1-7-16,1 0 3 0,1 0 4 0,0-2-4 15,-2 0 0-15,1-4 12 0,0 0 5 16,1-2 6-16,-2-1-3 0,-7-9 5 0,16 10-9 15,-16-10-5-15,18 2 4 0,-18-2-14 16,20-8 1-16,-6 0 6 0,-4-3-2 16,4-5-4-16,-2-1-6 0,-2-8 1 0,1 0 0 0,-2-6-3 15,-1-1 1-15,-3 0-8 16,1-3 3-16,-3-2-2 0,-2 1-8 0,-2-2 7 16,0 4-7-16,-3 1 6 0,-4 3-7 0,2 1 5 15,-2 7 3-15,1 3-8 0,-1 4-18 16,0 2-24-16,2 2-32 0,1 3-16 0,5 8-18 15,-13-6-36-15,13 6-45 0,0 0-67 16,-10 5-103-16,10-5-482 0,-4 9 274 0,4-9-95 16</inkml:trace>
  <inkml:trace contextRef="#ctx0" brushRef="#br0" timeOffset="206077.92">10704 15618 662 0,'0'0'359'0,"-9"8"-69"0,9-8-44 0,0 0-48 16,-3 14-22-16,3-14-34 0,1 12-11 0,-1-12-9 15,4 12-15-15,-4-12-6 0,7 16-15 16,-7-16-2-16,9 13-3 0,-9-13-2 0,13 11-8 16,-13-11-14-16,19 7-14 0,-19-7-10 15,18 5-5-15,-18-5-2 0,23-1-9 16,-23 1-8-16,25-9-5 0,-12 5-18 0,1-5-14 16,-1-1-28-16,0 1-15 0,-3-3-8 0,-2-1-3 15,-1-2 5-15,0 2 26 0,-2-2 15 16,-4 4 3-16,-1-1 28 0,0 2 17 0,-3-1 15 15,1 3 14-15,-6 2 11 0,8 6 3 16,-18-8 14-16,18 8 13 0,-20 1 4 0,6 4 9 16,-1 1 8-16,-2 4 4 0,-2 2 8 0,1 5-1 15,-1 1-8-15,1 0-3 0,3 3 1 16,-2 0-19-16,6 1-7 0,0-2-17 16,3 0-17-16,1 1-2 0,5-4-7 0,-1 1-10 15,4 1-8-15,3-1-3 0,4 1 2 16,2-1-18-16,3-3-2 0,2-2-41 0,2-2-59 15,3-3-75-15,0-2-70 0,0-2-78 16,-3-4-84-16,1-1-71 0,2-4-311 0,0-1 258 16,-1-2-41-16</inkml:trace>
  <inkml:trace contextRef="#ctx0" brushRef="#br0" timeOffset="206241.29">11031 15686 413 0,'4'-13'314'16,"-4"13"-71"-16,1-11-51 0,-1 11-36 0,0 0-34 15,3-12-25-15,-3 12-23 0,0 0-16 16,3-10-8-16,-3 10-27 0,0 0-6 16,0 0-27-16,4-9-25 0,-4 9-27 0,0 0-29 15,0 0-35-15,0 0-77 0,3-11-189 16,-3 11 129-16,0 0 81 0</inkml:trace>
  <inkml:trace contextRef="#ctx0" brushRef="#br0" timeOffset="206584.35">11092 15473 595 0,'0'-13'242'16,"0"0"-25"-16,0-4-18 0,0-1-18 0,0 3-4 15,-1-2 28-15,1 1 10 0,-1 1-3 16,1 3-25-16,-2-2-23 0,2 3-13 0,-1 0-18 16,1 0-23-16,0 11-19 0,0-16-19 0,0 16-12 15,-1-14-14-15,1 14-14 0,0-11-5 16,0 11-5-16,0 0 0 0,0 0 7 0,0 0 15 15,0 0 9-15,0 0 7 0,0 0 15 16,2 17 7-16,1-4 2 0,-2 1 16 0,2 2 3 16,-2 4 6-16,3 2 1 0,1 2-9 0,-1 1-4 15,-1 6-8-15,1 1-7 0,0 2 3 16,-1-1-10-16,-2 2-18 0,-1-1-12 0,1 1-4 16,-1-7-7-16,0 3-5 0,0-2-7 15,2-2 0-15,-1-2-5 0,-1-1-3 16,0-4-1-16,0-3-7 0,0-3-19 0,0-1-40 15,0 1-41-15,1-4-53 0,-1-10-66 16,-1 12-54-16,1-12-57 0,0 0-54 0,0 0-95 16,0 0-489-16,0 0 293 0,0 0-175 0</inkml:trace>
  <inkml:trace contextRef="#ctx0" brushRef="#br0" timeOffset="206909.06">11278 15602 728 0,'7'-7'441'0,"-7"7"-105"16,14-12-77-16,-14 12-53 0,18-7-31 0,-18 7-37 16,20-6-31-16,-20 6-29 0,24-2-12 15,-24 2-5-15,24 5 35 0,-11-1 10 0,4 3 11 16,-1 2 38-16,3 2-4 0,-2 0-22 0,1 3-21 15,-3-2-11-15,2 3-20 16,-6 1-18-16,1-1-2 0,-7-2-2 0,-1 2 11 0,-3-1-7 16,-4-2 6-16,0 1-11 0,-4-1-11 15,-3 2-9-15,-3-1-12 0,-2-1 0 16,-3-1-5-16,-2-1-10 0,-2-2-19 0,0-2-32 16,-1-3-31-16,3 2-29 0,2-4-33 15,-1 1-59-15,2-4-65 0,1 1-130 0,-2-4-541 16,5 1 290-16,2-4-154 0</inkml:trace>
  <inkml:trace contextRef="#ctx0" brushRef="#br0" timeOffset="208271.42">12170 15418 959 0,'0'0'358'0,"0"0"-65"0,-4-10-45 15,4 10-38-15,0 0-31 0,-10-6-28 0,10 6-15 16,0 0-8-16,-19 7-7 0,11-1 0 0,-3 3-6 15,1 3-11-15,-2 2-14 0,-2 2-9 16,4 3-13-16,-4 4-13 0,-2 1 12 0,5-1-21 16,-2 4 2-16,2-3-12 0,-1 1-9 15,6-2-5-15,-2-2-3 0,3-2-4 0,1-2-3 16,0-3 5-16,2-1 0 0,-2-1 2 16,3-1-10-16,1-11 1 0,1 15-2 15,-1-15-6-15,5 10 6 0,-5-10 4 0,0 0-8 16,18 4 1-16,-18-4-5 0,19-6 5 0,-9 1-5 15,6-1-2-15,-4-2 0 0,6-2 1 16,0 1-3-16,0-1-1 0,0 1 7 0,1 1-4 16,-4 2 0-16,3-1 3 0,0 5-3 15,-4-2 1-15,-14 4-7 0,29 0 11 0,-11 2-6 16,-4 2 4-16,1 1 4 0,1 2 3 0,-5 2-3 16,2 1 2-16,-3 2 1 0,-2 0 10 15,1 1-1-15,-4 1 3 0,-2 2 1 0,-2-2 3 16,-1 2 6-16,-3-2-4 0,-2 2-6 15,-1 0 4-15,-6-1 0 0,2-1-4 16,-4 0-3-16,-1-3-9 0,-3 2 0 0,1-5 4 16,-2 0 0-16,-4-2-9 0,4-2 2 0,0-3-3 15,-3 0-8-15,4-2-20 0,1-1-26 16,1-3-27-16,2 0-47 0,4-2-60 0,1-1-71 16,4-2-95-16,1 0-114 0,4-3-354 15,5-1 267-15,2 1-67 0</inkml:trace>
  <inkml:trace contextRef="#ctx0" brushRef="#br0" timeOffset="208718.15">12465 15758 867 0,'0'0'313'15,"10"4"-44"-15,-10-4-43 0,10 9-45 16,-10-9-19-16,14 8-23 0,-14-8-17 0,14 8-24 16,-14-8-19-16,17 9-17 0,-17-9-13 15,16 8-16-15,-16-8 2 0,22 1-12 0,-22-1 0 16,22-1-27-16,-22 1-11 0,24-5-23 16,-24 5-21-16,24-9-11 0,-12 3-6 15,-1-2 6-15,-2-2 6 0,2-2 15 0,-3 1 0 16,0-2 19-16,-3 1 7 0,1 0 33 0,-2 2 9 15,-3 0 30-15,1-1 12 0,-2 11 9 16,-3-16-7-16,3 16 18 0,-4-13 1 0,4 13 4 16,-10-6 5-16,10 6-2 0,0 0-2 15,-19 3 3-15,9 2 0 0,-2 1 33 0,3 2-7 16,-3 3-8-16,1-1-7 0,0 4-5 0,-2 0-4 16,2 2-2-16,-1-2-12 0,5 1-10 15,0 0 6-15,2 0-15 0,1 0-8 0,0-1-12 16,4 0-7-16,0-1-3 0,4-3-14 15,0 0-27-15,1 1-33 0,4 0-36 16,2-2-5-16,2-2-47 0,4-2-96 0,-3-2-128 16,-14-3-121-16,29 0-418 0,-12-2 281 15,-1-2-125-15</inkml:trace>
  <inkml:trace contextRef="#ctx0" brushRef="#br0" timeOffset="209013.6">12887 15715 891 0,'4'-10'443'0,"-4"10"-72"15,2-14-46-15,-2 14-51 0,3-12-50 16,-3 12-28-16,2-10-21 0,-2 10-23 0,3-10-20 16,-3 10-19-16,0 0-18 0,2-9-17 15,-2 9 0-15,0 0 14 0,0 0 22 16,0 0 6-16,0 0-11 0,0 0 7 0,17 4 16 16,-17-4-15-16,4 10 17 0,-4-10-6 15,1 15 0-15,0-7-8 0,1 4-9 0,-2 1-17 16,-2 0-10-16,1 2-17 0,0 1-11 0,-2 1-10 15,2 0-10-15,-4-1-5 0,1 1-11 16,3-3-2-16,-3 1-3 0,1-3-9 0,2 0-6 16,0-2-18-16,1-10-9 0,-4 16-28 0,4-16-59 15,0 12-72-15,0-12-73 0,0 0-39 16,0 0-33-16,0 0-48 0,0 0-71 16,0 0-153-16,0 0-255 0,1-12 275 15,-1 12-96-15</inkml:trace>
  <inkml:trace contextRef="#ctx0" brushRef="#br0" timeOffset="209472.26">12778 15672 574 0,'-5'-8'394'15,"5"8"-91"-15,0 0-58 0,-2-9-45 16,2 9-39-16,0 0-35 0,6-7-25 0,-6 7-22 15,10-5-25-15,-10 5-12 0,18-4 2 16,-18 4-8-16,27-2-20 0,-12 1 7 0,3-1-30 16,1-1-4-16,0 3-33 0,3-1-10 0,-3 0-26 15,2-1 4-15,-2-1-3 0,-3 2 19 16,3-1 16-16,-19 2 11 0,27-1 22 0,-27 1 26 16,22-2 27-16,-22 2 6 0,20-2 19 15,-20 2 15-15,0 0-10 0,22-1-12 0,-22 1 6 16,0 0-6-16,15-1-12 0,-15 1-1 0,0 0-2 15,0 0 1-15,18-2-5 16,-18 2-9-16,0 0-13 0,0 0 4 0,0 0-8 16,18 0 1-16,-18 0 4 0,0 0 6 0,0 0 28 15,8 6 16-15,-8-6 9 0,-2 11 27 16,2-11 4-16,-3 14-6 0,0-2-2 0,-2 1 13 16,-1 2 12-16,-1 4 13 0,1 0-18 15,-3 1-36-15,3 1-9 0,-1 1-3 0,2-1-8 16,1 1-18-16,-1-1-9 0,3-4-5 0,0 1-4 15,2-1-7-15,0-3-21 0,2-1-37 16,-1-1-41-16,4-2-60 0,0-3-72 0,-5-7-101 16,8 12-105-16,-8-12-172 0,0 0-245 15,16-1 269-15,-16 1-77 0</inkml:trace>
  <inkml:trace contextRef="#ctx0" brushRef="#br0" timeOffset="209905.61">13253 15677 967 0,'0'0'390'0,"4"-9"-85"16,-4 9-57-16,0 0-44 0,0 0-42 15,9-6-19-15,-9 6-12 0,0 0-9 16,0 0-6-16,11 10-6 0,-11-10-4 0,9 11 7 16,-4-3-10-16,0 3-2 0,-1-1 1 15,1 2-13-15,0 1-7 0,-1 4 24 0,4-2 57 16,-2 4 16-16,2 2-22 0,-2-1-20 0,6 0-20 16,-2 1-20-16,-1-2-7 0,2-2-18 15,0 0-5-15,-1-3-4 0,-1-1-17 16,0-2-6-16,0-3-5 0,-2 0-9 0,-7-8-2 0,18 8-2 15,-18-8-10-15,0 0 1 16,24-4-4-16,-15 0-3 0,-1-2-3 0,1-4-11 16,-3-2-12-16,2-1-26 0,-2-1-15 0,3-4-26 15,-1-2-15-15,-1 0-15 0,2-1-1 16,3 1-11-16,-2 1-12 0,-1-1-8 0,2 2-16 16,1 4-20-16,-6 0-38 0,4 3-47 15,-2 0-77-15,1 1-99 0,0 2-335 0,0 1 254 16,-3 0-28-16</inkml:trace>
  <inkml:trace contextRef="#ctx0" brushRef="#br0" timeOffset="210478.78">13785 15737 704 0,'-17'-3'443'0,"17"3"-81"15,0 0-69-15,0 0-59 0,0 0-47 16,0 0-36-16,0 0-30 0,0 0-28 0,0 0-8 16,0 0-13-16,0 0-10 0,0 0-9 15,0 0-10-15,12 7-5 0,-12-7-8 0,0 0-6 16,20 0-6-16,-20 0-3 0,15-1-5 0,-15 1-2 16,17-5 0-16,-17 5-3 0,18-8-5 15,-8 3-4-15,-2-1-5 0,1-4-12 0,-3 3-4 16,0-1 7-16,0-3 0 0,0 0 5 0,-1-2-3 15,-4 3 3-15,1 0 11 0,-2-3 2 16,-2 4 6-16,2 9 4 0,-6-16 10 16,6 16 0-16,-9-12 6 0,9 12 11 15,-13-7 11-15,13 7 8 0,-18 3 11 0,18-3-4 16,-21 9 6-16,8-1 16 0,0 2 4 0,-1 4 20 16,0 0-19-16,0 1-15 0,0 4-3 15,1-3-12-15,3 3-8 0,1 2-9 0,0-1-8 16,4-1-6-16,1 0-3 0,3-2-9 0,2-1 2 15,3 1 0-15,1-3-6 0,4-1-15 16,0-1-28-16,1-2-51 0,4-2-50 0,0-4-47 16,3 0-60-16,-2-2-68 0,3-4-96 15,0-2-480-15,5-3 278 0,-3-1-116 0</inkml:trace>
  <inkml:trace contextRef="#ctx0" brushRef="#br0" timeOffset="210773.07">14077 15662 934 0,'-1'-10'440'0,"1"10"-74"0,0 0-54 0,0-15-46 16,0 15-55-16,0 0-34 0,-2-11-29 15,2 11-22-15,0 0-15 0,0 0-16 0,0 0-18 16,0 0 14-16,2-10 13 0,-2 10-1 0,0 0 19 16,0 0-1-16,6 13 2 15,-6-13 4-15,1 14 15 0,2-5 14 0,-3 3-16 16,0 1-12-16,-1 1-14 0,-1 1-14 0,0 3-13 15,-1-1-17-15,-1 5-9 0,-1 0-12 16,1 1-9-16,-1-2-7 0,-1 1-7 0,1 0-5 16,0-3-2-16,1-3-4 0,0 0-6 15,0-1 2-15,3-4-9 0,-3 1-33 0,3-2-48 16,1-10-55-16,-4 14-64 0,4-14-71 0,0 0-54 16,0 0-38-16,0 0-88 0,0 0-122 15,0 0-328-15,9-9 282 0,-6 0-128 0</inkml:trace>
  <inkml:trace contextRef="#ctx0" brushRef="#br0" timeOffset="211233.84">14072 15618 763 0,'0'0'349'0,"11"-9"-78"0,-11 9-46 15,19-5-58-15,-19 5-35 0,29-6-82 0,-13 3-63 16,2-1-68-16,2 2-44 0,2-3-31 15,4 3-12-15,-2-3 7 0,0 1 9 0,-1 1 33 16,-3-1 56-16,0 2 69 0,-4 0 40 0,-16 2 29 16,27-2 48-16,-27 2 33 0,18 1 26 15,-18-1 8-15,11 4 5 0,-11-4-3 0,0 0-13 16,4 14-10-16,-4-14-3 0,-5 17-9 0,0-4-6 16,-2 1-11-16,0 0-14 0,-2 4-4 15,0 1-3-15,1 0-17 0,-2 1-10 16,1 1-7-16,2-1-19 0,0 0-1 0,1 2 15 15,2 0 38-15,4-3 14 0,3 3-8 16,4-1-27-16,2 1-28 0,5 0-6 0,3-2-23 16,1 1-59-16,2-5-94 0,2 0-97 15,-2-5-109-15,-1-4-193 0,-1-1-540 0,0-4 314 16,-18-2-244-16</inkml:trace>
  <inkml:trace contextRef="#ctx0" brushRef="#br0" timeOffset="213051.11">14924 16145 743 0,'0'0'278'0,"0"0"-36"0,0 0-48 16,0 0-36-16,-8 7-4 0,8-7-12 15,0 0 1-15,0 0-11 0,0 0-3 0,0 0-19 16,0 0-1-16,0 0-11 0,19 2-16 15,-19-2-13-15,0 0-12 0</inkml:trace>
  <inkml:trace contextRef="#ctx0" brushRef="#br0" timeOffset="-209210.91">15142 15293 777 0,'-14'2'279'0,"14"-2"-41"16,0 0-53-16,0 0-29 0,-14 3-31 0,14-3-2 15,0 0-27-15,0 0-17 0,0 0-13 16,0 0-20-16,0 0-20 0,14-3-8 16,-14 3 10-16,24-7-16 0,-6 5 13 0,-1-1-23 15,-1 0 15-15,1 2-1 0,-2-2-18 0,-15 3 16 16,27-3-20-16,-27 3 18 0,19-5-5 15,-19 5-6-15,0 0 17 0,18-5 6 0,-18 5 27 16,0 0-5-16,0 0 0 0,-13-5 3 16,13 5-1-16,-18-3 3 0,18 3 1 0,-24-1 1 15,24 1-3-15,-28-5 0 0,28 5-1 0,-27-3-8 16,27 3-3-16,-23-5-2 0,23 5-3 16,-19-1 1-16,19 1 0 0,-15-3-1 15,15 3-6-15,0 0-4 0,0 0-7 0,-9-7-1 0,9 7-2 16,15-6 0-16,-1 4-7 15,4-2 4-15,7 1-2 0,8-2-1 0,3 2 0 16,4-2-3-16,5 1 5 0,3 2-5 16,1-3-1-16,-2 4-3 0,-6-1-6 0,-2 0-13 15,-2-1-13-15,-1 3-16 0,-8-3-14 0,0 0-8 16,-5 3-8-16,-4-2-18 0,-1 1-1 16,-18 1-45-16,28-3-14 0,-28 3-42 0,18-5-29 15,-18 5-1-15,0 0-27 0,11-7-255 16,-11 7 156-16,0 0 192 0</inkml:trace>
  <inkml:trace contextRef="#ctx0" brushRef="#br0" timeOffset="-208612.09">15003 15191 393 0,'-23'-3'273'0,"23"3"-48"0,-18-1-22 15,18 1-24-15,-18 1-26 0,18-1-14 16,-15 3-4-16,15-3-10 0,-15 13-4 0,7-4-8 16,0 3-4-16,3 4-15 0,-2 4 0 15,-1 7-6-15,3 5-1 0,-3 7-2 16,2 7-1-16,-3 5 0 0,0 14-8 0,1 5-7 15,-3 7 2-15,3 3-12 0,-2 2-11 0,1 5-7 16,0-2 0-16,0 0-6 0,3-1-10 16,-2-4-3-16,3-4-7 0,1-5 1 0,3-13-2 15,0-3-5-15,-2-4 2 0,2-5-2 16,-2-8 0-16,2-4-4 0,-3-8 4 0,4-1-2 16,-1-5-1-16,1-2 2 0,-1-2-2 0,-2-4 5 15,2-3-6-15,1-9-5 0,0 12-4 16,0-12-5-16,0 0-2 0,0 0-3 0,0 0 7 15,0 0 0-15,10-8-3 0,-10 8 4 16,0 0-1-16,1-11 5 0,-1 11-2 16,0 0 0-16,4-8 1 0,-4 8 1 0,0 0 1 15,0 0-6-15,1-11 4 0,-1 11-3 16,0 0 3-16,0 0 1 0,0-12-1 0,0 12-2 16,0 0-3-16,4-10 0 0,-4 10-5 0,9-9 1 15,-9 9 0-15,19-12 1 0,-6 6 0 16,5 0-2-16,-3 0-4 0,7-1-4 15,2 1-8-15,2-1-7 0,3 0-4 0,0-1 1 0,-2 4-2 16,0-2-1-16,2 3 13 0,3-1 10 16,-4-1 8-16,0 4 1 0,2-4-7 15,-2 5 8-15,0-2-1 0,-1 0-40 0,-2 1-55 16,-4-1-42-16,-1 1-38 0,-1-2-53 16,-4 1-52-16,2-1-278 0,-6 0 171 0,-11 3 145 15</inkml:trace>
  <inkml:trace contextRef="#ctx0" brushRef="#br0" timeOffset="-207850.89">15360 15904 771 0,'0'0'320'0,"1"-17"-79"0,-1 17-44 16,3-8-41-16,-3 8-40 0,0 0-13 0,0 0-18 15,0 0-19-15,1 16 20 0,-2-2 1 16,-3 6 5-16,-1 3-13 0,-2 6-3 0,0 6 11 16,-2 4-5-16,0 2-15 0,-2 2-7 15,1-1-9-15,-2 1-8 0,3-4-4 16,-1-1-7-16,1-10 1 0,1-5 0 0,3-2 17 16,1-4 22-16,-1-1 28 0,4-4 3 0,-3-4-22 15,4-8-15-15,0 0-17 0,0 0-11 16,0 0-3-16,-4-14-6 0,8 0-11 0,1-8-10 15,3-6-18-15,1-11-19 0,4-5-18 16,-2-3-15-16,8-12-3 0,-1-2 0 0,1-1 2 16,2-1 18-16,2 1 7 0,0 3 10 0,2 5 4 15,-1 5 5-15,-6 11 4 0,1 4 3 16,-4 9 1-16,2 2 2 0,-4 5 2 16,1 3 1-16,0 5 1 0,-3 3 2 0,1 2 1 15,-12 5 1-15,24 3-1 0,-11 3-1 16,1 4 4-16,-2 6-1 0,0 4 2 0,1 3-1 15,-3 2 2-15,2 2-2 0,-2 3-1 16,-2 1 0-16,-1 2-1 0,1 0-2 0,-6 1 3 16,2 1 0-16,-4-1 1 0,0 0-6 0,-2-2-5 15,-2-2-19-15,0-4-12 0,-3-2-3 16,0 0-18-16,-1-5-27 0,-1 0-45 0,-2-3-48 16,2-4-65-16,-1-2-124 0,-2-3-215 15,0-1 179-15,12-6 130 0</inkml:trace>
  <inkml:trace contextRef="#ctx0" brushRef="#br0" timeOffset="-207643.13">15373 16077 572 0,'-4'-14'403'0,"4"14"-59"0,-1-12-75 16,1 12-51-16,4-15-42 0,-4 15-36 15,9-14-33-15,-2 5-13 0,2 4-29 0,2-3-13 16,1 1-10-16,2 1-8 0,3 0-7 0,-1 2-3 15,6-1-9-15,2 1-27 16,-1 2-19-16,4-1-50 0,-1 2-50 0,-3 0-87 16,3-1-85-16,-3 1-260 0,-4-1 167 0,3 2 150 15</inkml:trace>
  <inkml:trace contextRef="#ctx0" brushRef="#br0" timeOffset="-207351.8">15952 15765 954 0,'0'0'355'0,"8"-15"-82"16,-8 15-46-16,2-10-54 0,-2 10-31 0,0 0-25 0,9-9-20 16,-9 9-19-16,0 0 6 15,8 9 5-15,-8-9 2 0,5 19-5 0,-5-4-6 16,3 4-6-16,-2 6-7 0,-1 2-7 0,-3 8-10 15,2 2-7-15,-3 4-9 0,0 3-7 16,-1-2-3-16,-1 1-10 0,-2-1 2 0,2 0-6 16,1-8 3-16,-2-2-4 0,1-2-4 15,1-1 2-15,-2-7-9 0,2-2-11 0,1-3-23 16,2-1-22-16,-4-3-36 0,2-4-49 0,4-9-72 16,-7 11-62-16,7-11-118 0,0 0-257 15,-9-8 206-15,9 8 79 0</inkml:trace>
  <inkml:trace contextRef="#ctx0" brushRef="#br0" timeOffset="-207033.27">15851 15848 533 0,'4'-11'328'0,"3"-2"-72"15,-1 0-50-15,4 3-60 0,-1-3-18 0,1 2-29 16,5 0-23-16,1-1-13 0,2 2-10 15,-2 2-14-15,5 1-3 0,-4 3-12 0,0 1-5 16,4 0-4-16,-2 3 1 0,0 2-18 16,-1 1 11-16,0 2-1 0,-2 1-3 15,2 2 7-15,-1 3-7 0,-5 1-4 0,-2 1-3 16,-2 3-3-16,-3-2 17 0,-2 3-8 0,-3 0 26 16,-4 2-2-16,-1 3 25 0,-4-1-5 15,0-1 4-15,-4 2-9 0,-2-2-13 0,-2-1 5 16,-2-1-14-16,4-4 6 0,-3-2-2 15,-1-1-12-15,1-1 3 0,2-5-27 0,0 0-20 16,1-3-55-16,15-2-61 0,-24-2-92 0,12-5-387 16,3-1 194-16,0-4 100 0</inkml:trace>
  <inkml:trace contextRef="#ctx0" brushRef="#br0" timeOffset="-206699.65">16387 15706 1080 0,'0'0'416'16,"0"0"-88"-16,17 0-67 0,-17 0-50 16,0 0-46-16,11 7-16 0,-11-7-11 0,4 14-15 15,-4-5-13-15,0 3-15 0,0 2-1 16,-3 3-11-16,2 3-6 0,-1 4-13 15,-1 2-10-15,-2 6-10 0,1 1-8 0,-2 2-5 16,1 6 1-16,2-5 12 0,1 0 11 0,3 0-9 16,0 0 9-16,4-2-13 0,-1 0-6 15,2-3-8-15,-1-2 1 0,1-5-5 0,-3-2-6 16,1-4-12-16,0-2-20 0,-3-2-12 16,2-2-7-16,-3-12-22 0,-1 19-41 0,1-19-40 15,-4 11-48-15,4-11-29 0,0 0-50 0,0 0-56 16,-17-3-86-16,17 3-302 0,-11-19 229 15,6 5 34-15</inkml:trace>
  <inkml:trace contextRef="#ctx0" brushRef="#br0" timeOffset="-206327.6">16438 15755 598 0,'5'-7'313'0,"-5"7"-55"16,14-12-71-16,-14 12-34 0,19-9-41 0,-4 5-10 15,0 0-30-15,-15 4-12 0,29-3-16 16,-29 3-12-16,33 0 0 0,-15 2-2 0,-3 2-7 15,2 1-5-15,-3 2 0 0,-4 0-2 0,2 6-11 16,-6-4 23-16,-1 7 7 0,-5-4 13 16,-2 5 10-16,-5 2 23 0,-1 0-1 0,-3 2-1 15,-4-1 6-15,-2 2-1 0,-1-1 5 0,-2-2-10 16,-3-1-13-16,0-1-14 0,-3-3-7 16,1-2-10-16,3-3-5 0,2 1-7 0,2-5-17 15,3-2-43-15,15-3-70 0,-21 1-109 16,21-1-143-16,-12-8-390 0,12 8 244 15,1-18 3-15</inkml:trace>
  <inkml:trace contextRef="#ctx0" brushRef="#br0" timeOffset="-205379.9">17437 15662 334 0,'-1'-10'180'0,"-1"-3"-38"0,1 1-29 0,0-3-12 15,-2-1-3-15,1 2 16 0,-1-3 6 16,-2 0 6-16,-2 2 0 0,1-2 10 0,0 3-13 16,-2 0 8-16,-2 0-13 0,1 3-10 0,0 0-5 15,-2 2-18-15,-1 2-11 0,2 2-5 16,10 5-6-16,-27-2 2 0,9 4 3 15,3 4 10-15,-5 5-7 0,-3 4 1 0,-2 9 3 16,1 4-3-16,0 3-3 0,0 3 4 16,3 4-7-16,1 2-1 0,2 4-4 0,3 1-8 15,2-1-7-15,3 4-5 16,3-1-6-16,4-2-13 0,1 1 3 0,2-8-4 0,4 1-6 16,0-6 1-16,2 0-3 0,3-5-3 0,4-1 1 15,-3-4-6-15,4-5-9 0,-1-5-6 16,6-5-28-16,-3-2-25 0,1-5-25 0,3-2-8 15,1-4-1-15,2-4-18 0,1-5 10 16,-1-4-11-16,4-8 15 0,-1-2 21 0,-3-3 14 16,-2-1 20-16,-3 3 5 0,-4 4 47 15,-1 1 29-15,-4 8 19 0,-3 2-14 16,1 0-5-16,-4 6-8 0,-3 8-5 0,3-10-1 16,-3 10 2-16,0 0 2 0,0 0-3 0,-9 14-3 15,4-3-2-15,1 1-6 0,2 3 2 16,-1 2 0-16,3 0 4 0,-3-1-7 0,6 3 1 15,0-1 4-15,-1 1-8 0,3 1 0 16,3-1-1-16,-2-1 2 0,5-2 4 0,0 0-8 16,-1-4 0-16,0-3-1 0,3 1 1 0,0-4 1 15,-1-3-7-15,-12-3-10 0,22 2-5 16,-22-2 4-16,26-7-4 0,-15-3-2 16,3 0 5-16,-2-5-2 0,-1-4 1 0,-2 0-1 15,-4-1 8-15,2-5 5 0,-5 0 1 16,2 1 7-16,-8 0 9 0,1 2 4 0,-3 0 2 15,-3 3 2-15,-2 1-7 0,-3 4-2 0,-3 1-2 16,-1 2-5-16,-1 3 3 0,1 2-4 16,1 4-3-16,17 2-16 0,-30 2-15 0,16 2-45 15,0 0-59-15,1 2-75 0,3 2-122 16,4-1-381-16,6-7 231 0,-8 15 32 0</inkml:trace>
  <inkml:trace contextRef="#ctx0" brushRef="#br0" timeOffset="-205063.52">17743 15909 1003 0,'0'0'332'0,"14"-7"-94"0,-14 7-37 0,14-4-51 15,-14 4-26-15,18 2-20 0,-18-2-19 16,19 6-15-16,-6 2-29 0,-3 2-1 0,-1 0-4 15,0 5-10-15,-3-1-8 0,-1 3-11 16,1 0 10-16,-4 1-10 0,3 3-3 0,-5-2 14 16,0 2-10-16,-1-4 0 0,-3 5-10 15,0-1 14-15,-1-1-4 0,-3-1-5 16,2-1 11-16,-1-3-4 0,0-2 9 0,-2-3 0 16,4-3 17-16,-3 1-14 0,8-8 3 0,-10 4-17 15,10-4-1-15,0 0 7 0,-9-9-5 16,9 9 1-16,0-19-12 0,3 3 9 0,2-4-5 15,0-4-9-15,4-4 9 0,2-2-869 16</inkml:trace>
  <inkml:trace contextRef="#ctx0" brushRef="#br0" timeOffset="-203919.47">17827 16040 406 0,'11'-11'183'16,"-11"11"-18"-16,10-11-12 0,-10 11-11 16,7-10-9-16,-7 10-14 0,8-12-12 15,-8 12-8-15,6-11 7 0,-6 11-26 0,10-11 11 16,-10 11-11-16,9-12-20 0,-9 12-9 16,12-10 0-16,-12 10 6 0,15-13-25 0,-15 13 2 15,17-9-2-15,-6 4-4 0,-11 5-6 16,22-8-25-16,-22 8 23 0,24-6-26 0,-24 6 13 15,27-5 8-15,-27 5-8 0,28-1-2 0,-28 1-17 16,26 3 19-16,-26-3 3 0,21 10-16 16,-8-4 27-16,-4 1-7 0,-1 6 22 0,-1-1 3 15,-3 3 1-15,0 0 16 0,-3 3 0 16,-2-1-12-16,0 2 0 0,-2 1 0 16,0 1-10-16,-3 2-3 0,1-1-15 0,0 0-2 15,1-2 2-15,-1-1-4 0,0-1-7 16,1-1 1-16,-3-3-2 0,3 0-10 0,1-3-6 15,-1 0-26-15,0-2-39 0,1 0-46 0,3-9-83 16,-8 8-163-16,8-8-253 0,0 0 194 16,0 0 103-16</inkml:trace>
  <inkml:trace contextRef="#ctx0" brushRef="#br0" timeOffset="-203287.87">18202 15880 881 0,'9'-10'288'0,"-9"10"-68"16,13-6-61-16,-13 6-16 0,0 0-44 16,18 0-5-16,-18 0-22 0,15 7-25 0,-6-1 7 15,-2 1-23-15,1 4-2 0,0 0 10 16,-2 5-1-16,-2-1 1 0,0 3-10 0,1 1 19 16,-1 0-14-16,-3 1 17 0,0 1 0 0,-2-1 0 15,0 0-15-15,-3-1 4 0,3 0 3 16,-3 0 2-16,2-1-11 0,-2-2-4 0,0 0-5 15,1-4 1-15,-1-1-1 0,3 0-1 16,-3-2 2-16,4-9 6 0,-6 14-8 0,6-14-3 16,-4 9-9-16,4-9-12 0,0 0-8 0,0 0-6 15,0 0 8-15,-10-10-2 0,10 10-19 16,0-18-3-16,1 5 1 0,3-4-7 16,1-4-16-16,4-1 12 0,0-6-15 0,3 2 8 15,0-1 23-15,2 0-3 0,0 4 16 16,-1 1 3-16,0 6 19 0,-2-2-3 0,1 5-4 15,-2 1 1-15,4 3-12 0,-4 2 12 16,4 0-2-16,-14 7 4 0,19-5-7 0,-19 5-3 16,23 0 7-16,-23 0-11 0,22 6 13 0,-10 2 2 15,0 1 1-15,-3-1-2 0,0 5 14 16,1 2 34-16,0 1 26 0,2 5 15 0,-3-2-6 16,2 4-15-16,2 3-17 0,-1-1-13 0,0 1-6 15,-3-1-8-15,1 2-5 16,-3-4-5-16,-2-2-8 0,-1 0-16 0,-2-3-25 15,1-2-21-15,1-1-19 0,-3-3-18 16,-1 0-44-16,0-2-28 0,0-10-72 0,0 13-138 16,0-13-298-16,0 0 211 0,0 0 68 0</inkml:trace>
  <inkml:trace contextRef="#ctx0" brushRef="#br0" timeOffset="-202820.87">18804 16129 890 0,'0'0'411'16,"-5"-9"-101"-16,5 9-67 0,0 0-48 15,0 0-35-15,0 0-31 0,0 0-29 0,0 0-21 16,0 0-17-16,22 1-15 0,-22-1-4 0,0 0-11 15,24-3-5-15,-24 3-7 0,23-6-9 16,-10-1-2-16,-2 1-16 0,2-1 1 0,0-4-15 16,0 3 3-16,-3-5-7 0,0-1 10 0,1-1 2 15,-3 1 6-15,-1-1-1 16,-2 1-5-16,-1 0 17 0,-2 1 8 0,-1 0 5 16,-2 1 4-16,-3 1 1 0,-1 0 9 15,0 2-5-15,0-1 7 0,-4 2 4 0,-2 1-5 16,0 1 7-16,11 6 6 0,-21-4 5 0,21 4 1 15,-26 3 0-15,11 3 4 0,-2 1-2 16,2 2-1-16,-2 2 0 0,3 5-5 0,-1-1-1 16,0 4-4-16,-1 2-5 0,5-4-10 0,-1 4-3 15,4-2-2-15,1 1-7 0,-1 0 0 16,5 1-6-16,1-4-1 0,2 0-1 0,2-1-1 16,1 0-6-16,4-2-17 0,2-2-30 15,2-1-46-15,2-3-40 0,2 1-60 16,-1-5-61-16,4-1-100 0,0-4-447 0,1-3 260 15,4-4-48-15</inkml:trace>
  <inkml:trace contextRef="#ctx0" brushRef="#br0" timeOffset="-202410.82">19219 15985 844 0,'0'0'393'0,"12"-6"-75"0,-12 6-48 16,0 0-58-16,0 0-40 0,13-6-20 0,-13 6-28 16,0 0-3-16,0 0-4 15,9-6-7-15,-9 6-7 0,0 0-10 0,0 0-12 16,8-8-14-16,-8 8-15 0,0 0-10 0,6-7-7 16,-6 7-11-16,0 0 0 0,5-13-10 15,-5 13 2-15,3-10-4 0,-3 10-1 0,0-12-3 16,0 12-3-16,-1-12 2 0,1 12-1 15,-3-13 3-15,3 13 0 0,-9-11-3 0,9 11 4 16,-10-8 0-16,10 8 10 0,-18-5 1 0,18 5 6 16,-23 5 6-16,8-1 2 0,2 3 5 15,-5 2 1-15,3 3-1 0,-1 0 3 16,0 2-5-16,2 2-6 0,1-1-3 0,3 3-6 16,-1-1-6-16,3 1-6 0,2-2 8 0,2 1-9 15,1-2 0-15,1 1-3 0,4-2 2 16,-1 2-9-16,5-2-3 0,1 0 0 15,6 1-5-15,1-2-38 0,4-1-51 0,2-2-48 16,3-1-75-16,0-3-83 0,-5-3-145 0,4-4-406 16,2-1 274-16,-3-6-94 0</inkml:trace>
  <inkml:trace contextRef="#ctx0" brushRef="#br0" timeOffset="-202031.94">19461 15270 535 0,'0'0'308'0,"0"-11"-70"0,0 11-36 16,0 0-41-16,-1-12-27 0,1 12-33 15,0 0 5-15,0 0 9 0,0 0-9 0,0 0 9 16,0 0-8-16,0 0-3 0,1 19-1 16,-1-6 6-16,2 6-8 0,-4 1-6 15,2 3-9-15,0 7 6 0,0 4-6 0,0 4-14 16,-2 6 1-16,-1 2-9 0,-1 0-15 16,-2 2-9-16,-2-1-5 0,3 1-7 0,0-1-7 15,-3 0-4-15,1-1-8 0,-1-3 3 0,3-2-3 16,0-8 0-16,-2-2-3 0,4-6-5 15,0-1-14-15,-1-3-24 0,3-3-22 0,-1-2-21 16,-1-1-21-16,0-7-39 0,3-8-78 16,-5 14-150-16,5-14-404 0,0 0 252 0,0 0-20 15</inkml:trace>
  <inkml:trace contextRef="#ctx0" brushRef="#br0" timeOffset="-201597.54">19200 15902 569 0,'6'-9'321'0,"-6"9"-77"16,9-9-97-16,-9 9-79 0,16-7-54 0,-16 7-42 15,22-6-27-15,-22 6-16 0,28-4 0 16,-10 1 0-16,-1 1 7 0,1 1 4 15,-2-1 11-15,3 2 9 0,0-1 19 0,-2-1 12 16,2 1 14-16,-2 0 15 0,2 1 28 16,-19 0 14-16,29 0 15 0,-29 0 13 0,27-2 16 15,-27 2-3-15,26-1 6 0,-26 1 3 16,18-2-15-16,-18 2 8 0,17-1-4 0,-17 1 0 16,0 0-7-16,18 0-16 0,-18 0 28 0,0 0 5 15,15 6 7-15,-15-6 1 0,8 11-5 16,-8-11-10-16,3 18-4 0,-2-8-6 0,-1 5-4 15,0 0-9-15,-3 2-9 0,2 2-9 16,0 3-10-16,-2 2-7 0,2 0-8 0,-2 1-8 16,2-2-5-16,-3-1-6 0,2 2-1 15,-2-4-4-15,0-1-4 0,4-4-5 16,-1 0-2-16,-2-3-15 0,2-1-25 0,0-2-28 16,1-9-53-16,-3 12-92 0,3-12-96 0,0 0-188 15,0 0-245-15,0 0 242 0,-13-11 11 16</inkml:trace>
  <inkml:trace contextRef="#ctx0" brushRef="#br0" timeOffset="-201193.94">19605 15565 684 0,'0'0'232'16,"0"0"-46"-16,0 0-36 0,0 0-31 0,0 0-23 16,0 0 3-16,0 0-4 0,4 12-10 0,-4-12 2 15,0 13 7-15,0-13-15 0,4 18 18 16,-4-18-9-16,5 18-3 0,-1-8-8 0,1-3-11 16,0 2-3-16,4-5-17 0,-1 2-1 15,-8-6-6-15,18 7-7 0,-18-7-8 16,20 0-2-16,-20 0-6 0,27-10-6 0,-16 5 4 0,5-6-16 15,-5 1 3-15,4-3-1 16,-3-3-9-16,-1-1 6 0,0-2-4 0,-4 0 6 16,0-1-12-16,-1-1 14 0,-5 1-3 0,-1 3-9 15,-1 0 11-15,-4 1-13 0,-1 2 11 16,-2 2-3-16,-4 5-8 0,1 1 4 0,11 6-1 16,-27-2 11-16,12 5-9 0,-3 3-21 15,0 3-28-15,-1 5-15 0,-1 1-28 16,0 3-49-16,4 3-67 0,-1 0-102 0,6-4-209 0,3 2 161 15,0 0 176-15</inkml:trace>
  <inkml:trace contextRef="#ctx0" brushRef="#br0" timeOffset="-200819.52">19779 15829 1138 0,'0'0'376'0,"-1"16"-73"0,1-16-55 16,-4 17-49-16,1-6-46 0,-1 2-31 0,2 3-20 16,-1-1-18-16,-1 1-14 0,3 3-12 15,-4-2-13-15,4 0-4 0,0-1-9 16,-1 0-2-16,2-1-5 0,0-4 2 0,3 1-6 16,0 0-2-16,3-4-2 0,-6-8-5 15,11 13-3-15,-11-13-1 0,18 4-7 0,-18-4-8 16,21-1-19-16,-8-5-13 0,0-3-27 0,4-2-6 15,-3-4-9-15,1-2-3 0,1-6 10 16,-1-1 11-16,-4-1 3 0,1 0 31 0,-2 0 8 16,-5 2 14-16,-4 4 19 0,1 1 4 15,-5 1-12-15,-2 0 11 0,-5 3-13 16,0 1 4-16,-2 2-13 0,-2 4 13 0,0 2-2 0,-2 3-13 16,16 2 15-16,-29 0-5 0,17 5-20 15,-2 1-27-15,2 1-43 0,1 0-42 0,-1 4-52 16,5-3-64-16,0 0-332 0,7-8 174 15,-8 13 138-15</inkml:trace>
  <inkml:trace contextRef="#ctx0" brushRef="#br0" timeOffset="-200335.2">20044 15749 791 0,'0'0'447'15,"13"-9"-106"-15,-13 9-65 0,11-6-59 0,-11 6-43 16,0 0-38-16,21-1-23 0,-21 1-14 0,16 5-8 16,-16-5-13-16,16 14-12 15,-7-5-6-15,-2 2-9 0,-2 1-11 0,2 2-5 16,-5 0-6-16,2 3-1 0,-1-1-1 0,-1 1 3 16,-2 2 11-16,0 0 7 0,-1-1 2 15,1 1-14-15,-4 0-9 0,3-1-4 0,-2-1 0 16,2-3-8-16,1-1-5 0,-2-2 4 15,0 0 8-15,1-2 19 0,1-9-6 0,-3 12-7 16,3-12-7-16,0 0-2 0,0 0-10 0,0 0-2 16,0 0 2-16,0 0-4 0,-2-13-1 15,4 3-2-15,2-2-2 0,3-3-4 16,1-4-1-16,1 0 5 0,2 0 0 0,0-2-4 16,1 3 5-16,-2 1-1 0,1 0-1 15,0 4 5-15,-1 1-2 0,1 4 1 0,-1-1-3 16,-1 4 1-16,2 0 0 0,-11 5-3 15,19-3 1-15,-19 3 2 0,18 3-1 0,-18-3-3 16,12 10 2-16,-3-4 2 0,-4 3-2 16,-1-1 0-16,1 1-3 0,-1 1 3 0,0 2 3 15,-3-1-3-15,-1 2 1 0,3-1 2 0,-3 1-2 16,2 0 3-16,-2-1-6 0,0 0-20 16,-2 0-24-16,-2-3-35 0,3 1-35 0,1-10-46 15,-5 16-60-15,5-16-88 0,-7 7-523 0,7-7 270 16,0 0-78-16</inkml:trace>
  <inkml:trace contextRef="#ctx0" brushRef="#br0" timeOffset="-199650.91">20289 15079 771 0,'0'0'243'0,"24"-5"-40"15,-24 5-66-15,33-2-60 0,-12 0-42 16,7 0-33-16,0 0-20 0,1 1-2 16,7-2 11-16,1 2-2 0,3-2 3 0,-1 0 9 15,1 0 1-15,0-1 9 0,-1 1 8 16,-1 1 8-16,-1-1 8 0,1 2 5 0,-7-1-5 15,-3 1 4-15,0 1 1 0,-5 0 8 16,1 0 0-16,-3 1-2 0,-1 2 16 0,-1 0 5 16,-1 0-4-16,-3 0 1 0,1 3 5 0,-1 1 20 15,-3 2 7-15,0 3 2 0,-1 0-1 16,0 5-1-16,-3 2 5 0,-1 4-3 0,1 6-2 16,-5 0-1-16,0 3 2 0,-1 6 8 15,-2 0 8-15,0 10 27 0,0 0-12 0,0 5-16 16,0 1-4-16,0 2 1 0,-2 1-14 15,1 11-2-15,-1 0 3 0,-1-1-10 0,-1-1-2 16,-1-2-4-16,1-9-2 0,0 0-6 16,-2-5 8-16,2-2 4 0,-1-2-6 0,1-4-8 15,0-6-1-15,3-4-4 0,-3-6-10 16,3-2-8-16,-2-5-8 0,2-1-3 0,-3-2 12 16,3-2 15-16,0-2 7 0,-3-1-5 15,0-3-12-15,-1-1-11 0,-4-1-7 0,-4-1-9 16,-1-2-5-16,-5 0-8 0,-6-2-8 0,-6-1-23 15,-10-1-27-15,-12-2-36 16,-10 0-38-16,-17-2-51 0,-11 1-45 0,-11 0-72 0,-29-5-87 16,-13 0-204-16,-9 2-604 0,-12-3 368 15,-6-4-346-15</inkml:trace>
  <inkml:trace contextRef="#ctx0" brushRef="#br0" timeOffset="-193007.77">21321 15654 503 0,'0'0'260'0,"0"0"-51"16,0 0-40-16,-8-8-33 0,8 8-37 15,0 0-5-15,0 0-1 0,8-9-6 16,-8 9-6-16,14-6-3 0,-14 6 0 0,21-5-1 16,-5 0-7-16,4 0-3 0,2 1-9 15,9-4-18-15,2 2 7 0,3-2-14 0,7 0 6 16,1-3-8-16,3 1-7 0,1 0-1 0,1-1-18 15,0 0 10-15,1 1-12 0,-4 1 8 16,0 0-12-16,-3-1-13 0,-7 3-16 0,-3 0-26 16,-4-1-22-16,-3 2-10 0,-5 2-35 15,-2-1-39-15,-2 0-49 0,-4 0-90 0,-13 5-131 16,21-8 140-16,-21 8 251 0</inkml:trace>
  <inkml:trace contextRef="#ctx0" brushRef="#br0" timeOffset="-192659.86">22154 15305 625 0,'-11'-10'280'0,"11"10"-21"16,-9-7-60-16,9 7-35 0,0 0-39 15,-10-6-16-15,10 6-16 0,0 0-7 0,0 0-4 16,0 0-16-16,0 0-25 0,10 5 8 0,-10-5 2 16,16 11-2-16,-6-4-20 0,4 0 2 15,3 1-6-15,0 1-6 0,0-1-10 0,1 3 11 16,1-1-20-16,-3 0 8 0,0 2 8 16,-1-2 0-16,-3 2 10 0,-3-2 13 0,-1 3-7 15,-2-1 8-15,-2 1 2 0,-4-1-10 0,-1 1-9 16,-2 2 0-16,-3 0-4 0,-2 3-14 15,-2-3-8-15,-1 2-4 0,0 1-41 16,0-2-27-16,-1-1-57 0,3-1-67 0,0-2-88 16,1-2-336-16,2-1 193 0,6-9 103 15</inkml:trace>
  <inkml:trace contextRef="#ctx0" brushRef="#br0" timeOffset="-190244.24">21862 15756 480 0,'0'0'212'0,"0"0"-29"15,-9-7-19-15,9 7-26 0,0 0-21 16,0 0-31-16,-9-6-8 0,9 6-14 0,0 0 2 16,0 0-10-16,-8-7-15 0,8 7 3 0,0 0-6 15,0 0-5-15,-5-7-11 16,5 7 4-16,0 0-2 0,-5-7-15 0,5 7 14 0,0 0-12 15,-7-7 2-15,7 7 13 0,0 0-3 16,-7-9-14-16,7 9 11 0,0 0-16 16,-7-7 9-16,7 7-4 0,0 0-14 0,-9-8 4 15,9 8-4-15,0 0 14 0,-10-8-10 16,10 8 6-16,0 0-13 0,-9-8 9 0,9 8-17 16,0 0 9-16,-7-10-2 0,7 10-2 15,0 0 3-15,-9-7 2 0,9 7 4 0,0 0-9 16,0 0 5-16,-7-8 1 0,7 8-2 0,0 0-6 15,0 0-1-15,0 0 7 0,-7-7-3 16,7 7 10-16,0 0-13 0,0 0 8 16,0 0-7-16,0 0 15 0,0 0 5 15,-1 9 15-15,1-9 17 0,1 19-10 0,3-6 7 16,0 5 24-16,2 4-15 0,1 4 15 0,0 4 1 16,2 8-5-16,0 0-12 0,1 6 7 15,3-1 1-15,-2 2-10 0,4 9-6 0,1 2-9 16,0 0 2-16,0-1-9 0,-6-5-5 15,7 6-11-15,-6-9 8 0,2 2-2 0,-2-4-2 16,1-1-3-16,-3-2-10 0,-1-5 8 0,-1-7 1 16,-3-5 1-16,0-3-1 0,-1-4 7 15,0 0 12-15,1-4 13 0,-3-2-3 0,-1-12-5 16,2 13-10-16,-2-13-10 0,0 0-9 16,0 0-17-16,0 0 1 0,0 0-5 0,0 0-3 15,0 0-2-15,0 0-9 0,0 0 12 16,0 0-4-16,0 0-7 0,0 0-19 15,0 0 14-15,0 0-3 0,0 0-3 0,0 0-3 16,0 0 9-16,0-9 0 0,0 9 11 0,0 0 4 16,0 0 4-16,0 0-2 0,0 0-3 15,0 0 16-15,11-5 4 0,-11 5 0 0,0 0-9 16,12-6 4-16,-12 6 8 0,12-6 4 16,-12 6-6-16,18-9 12 0,-5 5-1 0,1-1 8 15,3-1 10-15,-1 2-4 0,7-3-5 16,3 1 12-16,3-2-1 0,2 1-10 15,3 1-11-15,7-3 23 0,3 2-7 0,0 0 5 16,3 1-4-16,-1-2-13 0,1 4 6 16,-9 0-10-16,3 1-20 0,-4 0-24 0,0 2-19 15,-6 0-37-15,-2-2-26 0,-4 2-34 0,-4 0-36 16,-2 0-38-16,-19 1-36 0,28-3-146 16,-28 3 134-16,16-2 271 0</inkml:trace>
  <inkml:trace contextRef="#ctx0" brushRef="#br0" timeOffset="-189898.65">22800 16354 543 0,'0'0'373'0,"-2"-11"-47"0,2 11-70 0,-2-9-64 15,2 9-24-15,0 0-38 0,1-11-19 16,-1 11-31-16,0 0 1 0,9-10-18 0,-9 10 0 16,0 0-1-16,16 3-8 0,-16-3-8 0,20 7-8 15,-10-1-5-15,0 1-9 16,1 2 7-16,2 1-6 0,1 3 6 0,-1 0-2 16,0 2-11-16,0 1 6 0,-4 1 1 0,0-1 1 15,-1 3-9-15,-3-2 0 0,-1 2 0 16,-2-1-3-16,-2 0-3 0,-2 1-6 0,-2-1 1 15,1 2 0-15,-4-1-8 0,-3 0-26 16,1-1-27-16,-1 0-40 0,-2-4-35 0,0 1-62 16,0-5-63-16,2-4-137 0,-2 0-167 0,12-6 165 15,-19 0 152-15</inkml:trace>
  <inkml:trace contextRef="#ctx0" brushRef="#br0" timeOffset="-188659.45">22964 15611 778 0,'0'0'316'0,"0"0"-60"0,0 0-21 0,0 0-43 0,0 0-9 16,0 0-20-16,0 0-18 0,0 0-3 16,0 0-21-16,0 0-7 0,0 0-11 15,4-9-14-15,-4 9-15 0,0 0-18 16,0 0-8-16,-1-12-14 0,1 12-1 0,-3-11-6 16,3 11-6-16,-4-17-8 0,-1 7-5 0,1-5-2 15,-1 1-4-15,-1-8-10 0,-2-5-9 16,-3 0-11-16,2-4 1 0,-2-4 5 0,0-1 3 15,2 6 3-15,0 1 8 0,0 2 16 0,4 3-9 16,0 4-6-16,-1 1 3 0,1 3-4 16,3 2 10-16,-3 0-1 0,4 3-4 0,-3 3-4 15,4 8 0-15,0-17 7 0,0 17-4 16,0-10 6-16,0 10-1 0,0 0 1 16,0 0-3-16,15-2 1 0,-15 2-3 0,12 8 0 0,-6 0 3 15,4 2-1-15,1 1 0 16,0 3 0-16,3 2 1 0,-1 0 0 0,0 2-1 15,0 0 3-15,2 2-2 0,-4-2 0 16,1 0 7-16,-1-2-7 0,-2-3-1 0,0-1 5 16,0-2-9-16,-3-1 2 0,2-2 4 0,-8-7-7 15,10 9-4-15,-10-9-3 0,0 0-2 16,23-7-3-16,-18-1-5 0,4-3-11 0,-1-2-7 16,0-4 6-16,-1-2-5 0,-1-2-4 15,2-1-3-15,-1 0 17 0,-1 0 10 16,0 1-5-16,2 3 19 0,-4 1 5 0,1 4-7 15,-2 1-3-15,0 2 14 0,3 3 6 16,-6 7 23-16,11-9 18 0,-11 9-3 0,0 0 2 16,17-2-3-16,-17 2 1 0,13 9 0 0,-5-1-2 15,0 2 0-15,1 0-4 0,1 3 0 16,0 5 13-16,-1-1-10 0,1 2 3 0,1 2-11 16,-1 3-7-16,-1-3-10 0,0 5-2 15,-2-2 3-15,2 1-9 0,-4 0 1 0,0-2-4 16,-1 0-2-16,0 1-14 0,1-2-8 0,-4-3-34 15,2-2-44-15,-2-2-35 0,2-2-17 16,-1 0-40-16,-2-13-59 0,0 17-102 0,0-17-330 16,0 0 217-16,0 0 58 0</inkml:trace>
  <inkml:trace contextRef="#ctx0" brushRef="#br0" timeOffset="-188288.71">23450 15293 779 0,'0'0'413'0,"1"-11"-103"0,-1 11-74 16,0 0-34-16,0 0-36 0,0 0-25 15,0 0-20-15,5 13-20 0,-1-4-21 0,-3 3-7 16,3 1-4-16,2 3-3 0,1 3-5 16,3 1-9-16,-1 0-11 0,0-1-7 15,5-1-7-15,-4 1-4 0,6-2-3 0,-2-3 0 16,0-1-1-16,-1-4-1 0,-1 1-6 15,2-6-2-15,-1-1-3 0,-13-3-1 0,26-1-3 16,-15-4 1-16,2-1-7 0,-2-3-9 0,0-3-10 16,0-3-14-16,-3-4-22 0,-1-1-2 15,-3-4-11-15,1 2 3 0,-4-2 1 0,-1 2 27 16,-1 1 1-16,0 3 18 0,-3 2 7 16,-1 2 7-16,-3 0 4 0,1 6 3 0,-5 2 2 15,12 6-8-15,-23-3 12 0,5 6-12 0,-1 1 8 16,0 4-10-16,0 0 4 15,1 2 8-15,0 1-12 0,5-2-28 0,2 1-50 0,0-1-43 16,4-2-91-16,7-7-133 0,-12 10-194 16,12-10 164-16,0 0 163 0</inkml:trace>
  <inkml:trace contextRef="#ctx0" brushRef="#br0" timeOffset="-187983.29">23881 14868 761 0,'0'0'476'0,"0"0"-116"0,0 0-56 0,0 0-46 16,0 0-42-16,-1 18-20 0,1-7-22 16,0 3-16-16,4 2-19 0,-2 4-7 0,1 2-31 15,-1 3-6-15,4 5-20 0,-1 3-18 16,1 6-3-16,2 2-8 0,-1-1-7 0,-2 1-14 15,3 0 1-15,-1-2-3 0,0-7-4 0,-2 0-9 16,0-3 7-16,-1-5-7 16,0 1-3-16,-3-6 1 0,1-1-4 0,0-2-3 0,-2-1-9 15,0-2-25-15,-1-1-26 0,0-2-43 16,1-10-56-16,-3 17-53 0,3-17-58 16,-4 10-80-16,4-10-472 0,0 0 265 0,0 0-68 15</inkml:trace>
  <inkml:trace contextRef="#ctx0" brushRef="#br0" timeOffset="-187679.66">24025 15321 968 0,'4'-11'373'16,"-4"11"-81"-16,5-12-66 0,-5 12-39 15,13-13-37-15,-13 13-28 0,14-9-37 16,-14 9-12-16,20-8-12 0,-20 8-22 0,27-2 2 15,-27 2-7-15,31 4-7 0,-14 0-12 16,0 5 4-16,2-1-2 0,-3 5 0 0,0-2 2 16,-3 3 1-16,-4 0 4 0,0 1 3 0,-3 0 3 15,-2-1 8-15,-1 1 3 0,-5-1 9 16,0 3 4-16,-2-2-4 0,-1 0-5 0,-5 1-3 16,-2-1-6-16,0 1-9 0,0-3-5 15,-3 0-6-15,-2-1-3 0,-1-2-3 0,2-2-19 16,-3-1-31-16,3-1-34 0,0-2-46 0,0-3-44 15,16-1-65-15,-26-2-102 0,15-6-414 16,0 0 244-16,2-4 5 0</inkml:trace>
  <inkml:trace contextRef="#ctx0" brushRef="#br0" timeOffset="-187373.77">24442 15202 1212 0,'0'0'384'15,"0"0"-76"-15,0 0-60 0,0 0-46 0,0 0-46 16,0 0-25-16,11 7-13 0,-11-7-16 16,2 10-10-16,-2-10-16 0,2 17-9 0,-1-6-6 15,0 0-7-15,0 2-10 0,2 2-7 0,0 1-6 16,0 2-4-16,0-1-7 0,-2 4-4 15,2 1-2-15,-3 0-5 0,1-2 1 16,-2 1-2-16,2-2-7 0,-2 1 13 0,1-3-8 0,0 0-24 16,-2-3-24-16,1-1-35 15,-2-1-54-15,2-2-71 0,1-10-107 0,-9 14-128 16,9-14-271-16,0 0 229 0,0 0 35 16</inkml:trace>
  <inkml:trace contextRef="#ctx0" brushRef="#br0" timeOffset="-186968.92">24196 15035 681 0,'-11'-6'306'15,"11"6"-61"-15,0 0-55 0,0 0-37 16,0 0-31-16,-13 6-15 0,13-6-18 0,0 11-22 15,0-11 17-15,4 18-10 0,-2-8-7 0,2 2 7 16,1 0-20-16,3 2 3 16,-2 1-11-16,1-3 7 0,1 1-2 0,0 0-14 0,1-4 15 15,0 1 1-15,0-1 1 16,1-3-6-16,-1-1-8 0,-9-5-9 0,22 4-4 16,-22-4-8-16,21-4-4 0,-9-1-1 0,0-3-7 15,0 0-4-15,-3-4-33 0,4-3-10 16,-2-4-22-16,0 0-14 0,-4-2-8 0,-1-2-12 15,0 0 27-15,-4-1 13 0,0 4 11 16,-2 0 33-16,-2 1 9 0,-3 3 2 0,-2 2-4 16,-1 3 18-16,-5 3 0 0,-1 1 5 0,0 3-10 15,14 4 10-15,-30-3-11 0,13 6 6 16,2 0-14-16,1 2 11 0,1 3-4 16,0-1-38-16,3 2-33 0,2-2-61 0,3 3-65 15,5-10-111-15,-7 11-239 0,7-11 164 16,0 0 166-16</inkml:trace>
  <inkml:trace contextRef="#ctx0" brushRef="#br0" timeOffset="-186683.49">24539 14784 1130 0,'0'0'394'0,"11"-4"-84"16,-11 4-47-16,7 7-41 0,-7-7-43 15,13 14-21-15,-8-1-20 0,0 0-12 16,3 5 16-16,-1 3-6 0,2 4-11 0,0 3-3 16,1 2 3-16,2 5-8 0,-2 2-4 15,4 1-19-15,-2 0-6 0,-1 1-15 0,3-3-11 16,-3 2-11-16,1-2 0 0,0 0-16 0,-2-6-8 16,0-2-1-16,0 0-12 0,-2-3 3 15,1-3-3-15,-3-1-24 0,-1-5-28 0,1-2-50 16,0 0-44-16,-3-3-41 0,-1-1-65 15,0-1-99-15,-2-9-135 0,0 0-428 0,0 13 283 16,0-13-129-16</inkml:trace>
  <inkml:trace contextRef="#ctx0" brushRef="#br0" timeOffset="-186228.52">24866 15383 719 0,'0'0'496'0,"0"0"-122"16,0 0-77-16,0 0-59 0,0 0-39 16,0 0-42-16,22 4-23 0,-22-4-11 15,16 6-13-15,-16-6-12 0,21 9-17 0,-7-3-18 16,1-3-9-16,2 0-11 0,-1-1-8 16,3 0-10-16,0-1-6 0,-1-2-2 0,1-1-8 15,-1-2-8-15,0 0-11 0,2-4-16 0,-3-2-12 16,2-1-3-16,-5-2-8 0,0-2-1 15,-3 0 2-15,-2-3 4 0,-2 4 9 0,-2-3 8 16,-1 3 9-16,-4-1 14 0,1 0 13 16,-2 4 9-16,-2-2 9 0,0 3 7 0,-4 0 1 15,2 2 6-15,-4 0 0 0,2 2 3 0,7 6 0 16,-19-6 0-16,19 6 8 0,-20 1 3 16,20-1 11-16,-21 11 1 0,8-4 4 0,4 2 7 15,-4 5-5-15,3 2 2 0,1 1-7 16,0 3 12-16,0-1-1 0,2 3-15 15,0 0-11-15,2-2-4 0,1 4 5 0,0-1-9 0,3-4-14 16,1 2-2-16,0-2-8 16,1-1-2-16,2-1 6 0,3 0-7 0,-1-1-17 15,4-4 6-15,4 1-1 0,-1-4-32 0,5 0-29 16,1-2-49-16,3-3-44 0,0-1-53 16,0-1-88-16,2-4-134 0,2 1-570 0,1-5 300 15,-4 1-199-15</inkml:trace>
  <inkml:trace contextRef="#ctx0" brushRef="#br0" timeOffset="-184513.24">23530 16433 238 0,'-2'-13'70'0,"2"13"-15"0,-3-12-11 0,3 12-15 16,-2-10 5-16,2 10 9 0,-3-11 18 16,3 11 10-16,-4-10 5 0,4 10 3 0,0 0 20 15,-5-13 13-15,5 13 7 0,0 0 2 16,-5-10-12-16,5 10-2 0,0 0-9 15,-5-8-10-15,5 8 2 0,0 0 0 0,0 0-18 16,0 0 12-16,0 0 14 0,-15 2-18 16,15-2 13-16,-5 14-4 0,2-3-8 0,3 2 1 15,-1 0-10-15,2 6 7 0,-1 0-10 0,4 5-3 16,1 1-12-16,0 4-3 0,2 0-9 16,0 1-8-16,5 0-8 0,-1-3-2 0,-1-2-1 15,4 0-7-15,-1-2 2 0,1-5-3 16,-1-3-4-16,-1-2 1 0,0-2-3 0,1-4 2 15,-2-2-2-15,-11-5-4 0,20 2 2 16,-20-2-3-16,21-9-3 0,-10-1-1 0,-1-2-6 16,-3-2-12-16,2-4-7 0,-5-4-18 15,0-1-10-15,-3-2-8 0,-1-5 2 16,-4-3-8-16,1 0 13 0,-3-1 1 0,0 2 19 16,-2 1 3-16,-3 3 16 0,-1 2 7 0,1 4 13 15,-2 3-4-15,3 3-5 0,-5 1 6 16,1 4-6-16,0 3 14 0,0 2-4 0,-3 2-3 15,17 4-9-15,-27-3-1 0,27 3 7 16,-23 2-6-16,23-2 1 0,-23 6-21 0,23-6-10 16,-16 10-24-16,16-10-46 0,-8 14-67 0,8-14-80 15,-4 12-370-15,4-12 193 0,4 13 100 16</inkml:trace>
  <inkml:trace contextRef="#ctx0" brushRef="#br0" timeOffset="-184004.21">23849 16455 963 0,'18'1'348'0,"-18"-1"-96"0,0 0-40 0,14 3-41 16,-14-3-32-16,0 0-30 0,19 5-15 15,-19-5-22-15,17 9-1 0,-17-9-4 16,15 13 2-16,-6-5 13 0,1 3-3 0,-1 0-2 15,0 2-9-15,1 1-7 0,-1 3-6 16,0 0-8-16,1-1-7 0,-2 3-6 0,-1-1-8 16,-1 0 0-16,-2-4-6 0,-2 4 0 15,3-5-3-15,-2 2-2 0,-2-2 7 0,0-3-1 16,-1-10 11-16,0 18-7 0,0-18 0 0,-1 13-7 16,1-13-4-16,0 0-1 0,-4 10-5 15,4-10-1-15,0 0-3 0,-7-11-2 0,4 2-7 16,1-1-5-16,0-3-14 0,1-4-3 15,1 1 4-15,0 0 2 0,1-2 7 0,3 1-1 16,-1 1 3-16,1-1 4 0,2 3 1 0,0 1 1 16,2 1 2-16,-2-1 0 15,4 2 2-15,-2 2 0 0,2 0-3 0,3 2 1 16,-4 2 2-16,-9 5 2 0,22-4-1 16,-22 4 1-16,20 1 0 0,-20-1-2 0,22 8 3 15,-12-1-2-15,0 2 3 0,-2 2 0 0,-2 0 2 16,1 4-2-16,-1-1 1 0,-3 3-4 15,-1-1 4-15,-2 3 0 0,0 0-4 0,0-1 3 16,-2-2-6-16,-1 0-1 0,-2 1-8 16,1-4-13-16,-1 0-13 0,1-3-27 15,4-10-35-15,-8 12-44 0,8-12-63 0,0 0-87 16,0 0-450-16,-13-5 244 0,13 5 4 16</inkml:trace>
  <inkml:trace contextRef="#ctx0" brushRef="#br0" timeOffset="-183647.69">24245 16096 699 0,'0'0'412'0,"-3"-16"-77"15,3 16-70-15,0-12-61 0,0 12-46 16,0-12-23-16,0 12-26 0,0 0-29 0,0 0-11 15,0 0-6-15,0 0-8 0,0 0 10 16,0 0 6-16,9 10-8 0,-6 0-2 16,2 3-2-16,-1 2 6 0,2 4-2 0,-1 3 0 15,0 1-9-15,3 8-7 0,-2-1-5 16,-1 0-2-16,0 1-9 0,1 0-3 0,1-1-4 16,-2-1-3-16,-1-3-3 0,-1-1 3 0,1-1-3 15,-2 0-1-15,1-2-4 0,-1-2-2 16,-2-1-3-16,4-1 0 0,-3-2-4 0,2 1-1 15,-2-4-15-15,-1 1-27 0,1-3-30 16,-1 2-32-16,0-13-30 0,2 17-45 16,-2-17-39-16,2 15-68 0,-2-15-112 0,0 0-262 15,1 15 208-15,-1-15 75 0</inkml:trace>
  <inkml:trace contextRef="#ctx0" brushRef="#br0" timeOffset="-183311.66">24491 16559 511 0,'0'0'228'0,"-3"-10"-53"0,3 10-20 0,0 0-30 16,0 0-11-16,0 0-14 0,-1-13-19 15,1 13-10-15,0 0 11 0,0 0 27 0,0 0 26 16,0 0-18-16,0 0 9 0,0 0 1 0,0 0-13 16,7 12-4-16,-7-12-18 0,2 13 1 15,-2-13-8-15,5 18-7 0,-5-18-9 0,1 19-12 16,1-8-9-16,-1 1-9 0,-1 0-8 16,1 0-4-16,-1-1-6 0,1 1-6 15,-1 1-2-15,2-2-5 0,-2-2-16 0,0-9-23 0,1 17-24 16,-1-17-32-16,0 13-42 15,0-13-55-15,0 0-100 0,-3 11-471 0,3-11 247 16,0 0-6-16</inkml:trace>
  <inkml:trace contextRef="#ctx0" brushRef="#br0" timeOffset="-182920.99">24450 16226 1064 0,'-5'-9'371'0,"5"9"-85"15,0 0-63-15,-4-9-42 0,4 9-33 0,0 0-32 16,0 0-35-16,0 0-5 0,1 16-12 16,-1-16-1-16,7 14-9 0,-3-4-5 0,1 0-4 15,0 0-2-15,2 1-15 0,1 0 0 16,-3-3-3-16,2-1-3 0,-1 0 6 0,0 1 5 15,-6-8 9-15,11 9-2 0,-11-9-4 0,0 0-7 16,15 1-7-16,-15-1-5 0,13-6-2 16,-13 6-5-16,11-13-5 0,-7 6-7 0,2-5-20 15,-4 0-15-15,0-2-11 16,-1-2-17-16,-1-1 0 0,-1 1 6 0,-1-1 9 16,0 0 8-16,-4 2-3 0,2 3 13 0,-1 1 1 15,-1 2-20-15,6 9-9 0,-14-9 5 16,14 9-24-16,-17 2 7 0,17-2-16 0,-23 8 3 15,13 3-23-15,-1-3-17 0,4 4-30 16,1 1-75-16,1 0-283 0,3-1 157 0,1 3 188 16</inkml:trace>
  <inkml:trace contextRef="#ctx0" brushRef="#br0" timeOffset="-182403.51">24765 16454 795 0,'0'0'484'0,"0"0"-111"16,0 0-73-16,14 2-62 0,-14-2-53 15,0 0-41-15,0 0-26 0,10 8-12 0,-10-8-14 16,8 10-11-16,-8-10-10 0,9 13-12 0,-3-4-6 16,-2 0-11-16,1 2 0 0,2 0-3 15,-1 3 7-15,0 0 5 0,2 0-3 0,-1 2-4 16,0 3-10-16,-2 0-5 0,2-3-8 15,-1 1 0-15,-3 0-4 0,0-3-3 0,1 1-2 16,-2-3-3-16,0-1 2 0,-1 0-1 16,-1-11 1-16,2 16-5 0,-2-16 2 15,-2 13-4-15,2-13 1 0,0 0-2 0,-6 7-1 16,6-7 0-16,0 0-7 0,-9-10-1 0,5 2-11 16,0-2-13-16,-1-3-9 0,2-3-8 15,-1 1-4-15,2-4 2 0,1 3 6 0,1-1 3 16,0-1 12-16,1 2 4 0,2 0 3 15,0 1 5-15,3 0 3 0,-1 1 4 0,1 1 1 16,2-1 4-16,-2 4-2 0,3-2 4 0,0 3 0 16,0-1 2-16,1 3 0 0,-1 1 10 15,2 1 9-15,-11 5 9 0,22-6 3 0,-22 6-2 16,23 3 0-16,-23-3-9 16,22 10 3-16,-9-4-8 0,-2 5 2 0,-2-1-2 15,1 3-4-15,-2 1 0 0,1 3-4 0,-3 2 0 16,-1 0-3-16,-1 1-3 0,-2-3-10 15,0 1-16-15,-2-1-11 0,4-2-16 0,-4-2-20 16,0-1-22-16,1-2-23 0,-1-10-48 16,0 17-100-16,0-17-127 0,0 0-313 0,0 0 229 15,0 0 38-15</inkml:trace>
  <inkml:trace contextRef="#ctx0" brushRef="#br0" timeOffset="-181972.7">25228 16471 1034 0,'0'0'409'16,"0"0"-88"-16,14 3-62 0,-14-3-42 0,7 7-40 15,-7-7-27-15,9 12-13 0,-9-12-19 16,12 13-22-16,-5-4-21 0,0-1-12 0,1-1-11 16,3 0-12-16,-3 0-6 0,2 0-7 0,-10-7-5 15,22 8-7-15,-22-8 1 0,22 3-8 16,-22-3-8-16,22-3-15 0,-11-2-11 0,-1-2-4 15,2-2-6-15,-4-2 2 0,1 0 6 16,0-5 8-16,0-1 5 0,0-1 2 0,-4 0 1 16,-1 1 4-16,0 1 6 0,-4 0 10 15,-1 2 8-15,-2 1 5 0,-1 2 10 16,-1 0 6-16,-3 4 3 0,-2-1 6 0,0 4 2 16,10 4 1-16,-27-1 1 0,12 5 5 0,-3 1 12 15,-1 5 10-15,2 4 29 0,-2 3-5 16,1 2-1-16,3 3-1 0,-1 1-21 0,3 5-1 15,1-2-23-15,2 1 2 0,1 3-14 16,4-1-2-16,1-3-11 0,3-1-13 0,2 0 10 16,1-1-14-16,3-2-5 0,1-1-7 0,5-3-1 15,1-1-22-15,3-2-26 0,3-1-31 16,5-3-38-16,0-2-56 0,0-2-62 16,0-2-56-16,-1-3-107 0,-2-2-130 15,1-2-268-15,-1-3 259 0,-1-2-44 0</inkml:trace>
  <inkml:trace contextRef="#ctx0" brushRef="#br0" timeOffset="-170428.82">5964 15665 381 0,'5'-11'109'16,"3"0"-33"-16,1-1-29 0,0 1-6 16,0 0-14-16,0 1-3 0,1 0-7 0,0 0-6 15,0 2-1-15,2 1-8 0,-2 0-4 16,0 1-8-16,-10 6-10 0,21-8 3 16,-21 8-1-16,21-3-4 0,-21 3 6 0,22 0 8 15,-22 0 4-15,31 5 16 0,-12-2 16 16,2 3 11-16,1 0 45 0,4 2-17 0,2 3-11 15,2 0-24-15,9 5-94 0,4 1-215 0,9 6 84 16,8-1 57-16</inkml:trace>
  <inkml:trace contextRef="#ctx0" brushRef="#br0" timeOffset="-169243.6">8917 15661 399 0,'0'0'270'0,"-9"10"-67"15,9-10-33-15,-1 9-39 0,1-9-23 16,1 16-25-16,2-6-15 0,-1 0-16 0,3 4-11 15,-1 0-6-15,0 2-6 0,4 0-2 16,-3-1-3-16,0 3-1 0,4-3-3 0,-4 3-2 16,1-5-1-16,1 2 0 0,-2-2 1 0,1 0-2 15,-2-1 1-15,0-2 3 0,0 1 3 16,-4-11 10-16,6 15 5 0,-6-15 15 0,5 12-5 16,-5-12 10-16,6 9-11 0,-6-9 1 0,0 0-1 15,13-9-9-15,-5 1-2 0,1-9-10 16,4-8 8-16,2-8-5 0,4-6-8 0,8-16 13 15,-2-5-13-15,7-4 7 16,4-7 8-16,8-12-8 0,3 0-13 0,2 6 10 16,-4 15-3-16,-3 6-17 0,4 4 4 0,-1 5-24 15,-2 6-18-15,-3 4-35 0,-6 9-52 16,-1 4-60-16,-1 6-60 0,-8 3-82 0,-2 4-189 16,-3 2 158-16,-4 5 188 0</inkml:trace>
  <inkml:trace contextRef="#ctx0" brushRef="#br0" timeOffset="-168773.87">9105 15459 361 0,'-9'-7'243'0,"9"7"-44"0,-9-5-38 15,9 5-8-15,0 0-20 0,-12-6-34 0,12 6-11 16,0 0-21-16,0 0-11 0,0 0 3 0,-16 2-2 16,16-2 13-16,-4 13-3 15,3-3 4-15,1 3 6 0,0 5-12 0,1 1 2 16,0 8-3-16,4 3 3 0,2 3-18 0,-1 11 1 15,3 0-12-15,0 3-10 0,4-1 7 16,-2 1-5-16,1-1-1 0,0-3-10 0,4-3 10 16,-1-3 4-16,-1-3-1 0,1-8 10 15,1-3 10-15,0-4 14 0,-3-4-2 0,4-3-5 16,-3-8-9-16,-14-4-6 0,30-2-8 0,-9-6-9 16,3-7-6-16,2-10-2 0,4-4-10 15,8-12-5-15,-2-1-23 0,1-5-23 0,0-1-19 16,4-1-11-16,-2 1-24 0,1 0 11 15,3 3 7-15,2 0 3 0,0 3 10 16,-1 3-18-16,1 3-13 0,2 3-37 0,-2 3-38 16,2 3-2-16,-8 5-43 0,1 3-293 15,2 5 156-15,0 1 192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0DEB-2AA6-4867-9113-99FC6D9D6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472C2-9E5A-4592-858A-489E031EB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C7C84-8450-4246-91F2-81CC83AE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30CE-47D1-4864-978E-8FADFA12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21ACF-35FE-443E-A5C6-7BAD6359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6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2B59-9FF4-412F-A5B4-FC4E806F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BF7BE-C8E0-4961-972B-C84362D23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45844-597D-4A26-8BCA-848520C0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583E7-CB08-4AA3-B4FE-E9EA747C1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AE38-2974-4BBF-ACD7-4BB105FE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1BFE-43C8-4FA4-A635-4C440218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F0411-A1FC-4FFC-A9CF-174E17862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3ACE9-5358-4494-9689-D1380CDE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DF46F-C268-45A9-A2C1-C86627AC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93E02-38DD-438D-884F-2232A415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9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F404-89F8-4C00-A568-1B0094F9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51E4-CBD0-409F-A309-9C480D5A6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875E-1C9E-4887-8325-A24A7C0AF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D033A-AE0D-4D9F-9582-8495FFBC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3EE69-F4BE-4042-BD63-3FEFF43DD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FEF01-554E-498E-8F65-F9ADB45C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1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FC92-7954-4600-92D5-ED8A7BBF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63AE7-42B0-42AE-8A58-E36E9542A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40285-C980-4E01-97E8-117842158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09391-F3A8-43A0-8CC0-C79F6CCC5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1BB76-A30E-4D43-AEC7-FE7364053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4A835-1178-4596-8C43-53BAC9A84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E6AB2-5440-486A-80DF-841FE97C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2CD35-026C-4B9D-A80D-E9B2F18F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C795-8BAF-4D46-B3EE-E3C47A70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B3845-9C60-4248-B9FC-A2B1693A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A11546-6D6D-4C90-A5B6-EFA9E481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E8657-D38F-409B-8509-4A706F20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5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0F2C8-0480-4206-9687-00F4BE23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6587A7-5939-42AA-9411-8AF89777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26E82-2115-435F-A501-D3E7318C7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799C-5C12-4E9D-9B72-B26BAB8BC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6FFAE-1DB6-4167-82E5-203D8EC91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CA10A-F32C-4ED8-8F25-B45741606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0C131-49FE-4AFB-99A2-3F1A14C1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08F06-AC6A-4BB9-8201-0738986D2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E926-565D-4CD9-816A-45B1064B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5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9483-966B-4B17-B156-E839F6D7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893EA-7E05-43D7-9403-25BEE5566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557B0-A90B-4073-B262-C180B7117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A9A37-ED4B-4382-8295-4D63DD59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5B1A5-C474-4423-8789-3D175479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99D7D-D2A7-420F-B4ED-DF46566A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7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E379-2ADD-403D-8D67-6730919E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E9D04-8C21-4380-AE97-DDCB5E77D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B94C2-5C8D-4D59-80DB-E2CFD8E74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13C03-9D99-4F6E-809F-AA97F9AF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EDF36-CF9D-41B1-A3A2-25844AA9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4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9D30E-FC51-4309-9755-5BB0CFE64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BE2E0-4F41-4E00-9420-5E69EFABC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1C63-1D62-442E-912F-34A06E36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F39AA-B4B4-46A9-B47D-594CF6897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15688-D9A5-4F01-96A4-BD2B56A2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5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15E38-4921-4503-B5CD-F154D65A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74EAE-DFEF-4907-BB70-33421197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7C398-9E20-4F6C-955E-D857B09AD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6AAAA-E88A-4DE4-BA42-6DB08F812D8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98B1F-F52F-43C7-A682-E60AD706E0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DDB65-8F3C-4863-A96F-F6294E7F6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68019-FA3F-43CB-985B-9EA3DC3F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2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2154C7-22D1-4250-8AFC-183981E476A6}"/>
                  </a:ext>
                </a:extLst>
              </p14:cNvPr>
              <p14:cNvContentPartPr/>
              <p14:nvPr/>
            </p14:nvContentPartPr>
            <p14:xfrm>
              <a:off x="0" y="41760"/>
              <a:ext cx="12192480" cy="6684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2154C7-22D1-4250-8AFC-183981E476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32400"/>
                <a:ext cx="12211200" cy="670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855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4918F8-389E-420C-9ECE-72B198FAD9C9}"/>
                  </a:ext>
                </a:extLst>
              </p14:cNvPr>
              <p14:cNvContentPartPr/>
              <p14:nvPr/>
            </p14:nvContentPartPr>
            <p14:xfrm>
              <a:off x="287280" y="50760"/>
              <a:ext cx="11058120" cy="600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4918F8-389E-420C-9ECE-72B198FAD9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920" y="41400"/>
                <a:ext cx="11076840" cy="602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875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S. M. WALID</dc:creator>
  <cp:lastModifiedBy>S. M. WALID</cp:lastModifiedBy>
  <cp:revision>2</cp:revision>
  <dcterms:created xsi:type="dcterms:W3CDTF">2026-03-09T21:26:17Z</dcterms:created>
  <dcterms:modified xsi:type="dcterms:W3CDTF">2026-03-10T08:59:52Z</dcterms:modified>
</cp:coreProperties>
</file>